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09" r:id="rId4"/>
    <p:sldMasterId id="2147483660" r:id="rId5"/>
  </p:sldMasterIdLst>
  <p:notesMasterIdLst>
    <p:notesMasterId r:id="rId19"/>
  </p:notesMasterIdLst>
  <p:handoutMasterIdLst>
    <p:handoutMasterId r:id="rId20"/>
  </p:handoutMasterIdLst>
  <p:sldIdLst>
    <p:sldId id="322" r:id="rId6"/>
    <p:sldId id="324" r:id="rId7"/>
    <p:sldId id="325" r:id="rId8"/>
    <p:sldId id="334" r:id="rId9"/>
    <p:sldId id="336" r:id="rId10"/>
    <p:sldId id="328" r:id="rId11"/>
    <p:sldId id="329" r:id="rId12"/>
    <p:sldId id="330" r:id="rId13"/>
    <p:sldId id="339" r:id="rId14"/>
    <p:sldId id="354" r:id="rId15"/>
    <p:sldId id="365" r:id="rId16"/>
    <p:sldId id="333" r:id="rId17"/>
    <p:sldId id="332" r:id="rId18"/>
  </p:sldIdLst>
  <p:sldSz cx="12192000" cy="6858000"/>
  <p:notesSz cx="6858000" cy="9144000"/>
  <p:embeddedFontLst>
    <p:embeddedFont>
      <p:font typeface="British Council Sans" panose="020B0604020202020204" charset="0"/>
      <p:regular r:id="rId21"/>
      <p:bold r:id="rId22"/>
      <p:italic r:id="rId23"/>
      <p:boldItalic r:id="rId24"/>
    </p:embeddedFont>
    <p:embeddedFont>
      <p:font typeface="British Council Sans Headline" panose="020B0604020202020204" charset="0"/>
      <p:regular r:id="rId25"/>
      <p:bold r:id="rId26"/>
      <p:italic r:id="rId27"/>
      <p:boldItalic r:id="rId28"/>
    </p:embeddedFont>
    <p:embeddedFont>
      <p:font typeface="BritishCouncilSans-Bold"/>
      <p:bold r:id="rId29"/>
    </p:embeddedFont>
    <p:embeddedFont>
      <p:font typeface="BritishCouncilSans-Light" panose="020B0404020202020204" charset="0"/>
      <p:regular r:id="rId30"/>
    </p:embeddedFont>
    <p:embeddedFont>
      <p:font typeface="BritishCouncilSans-Regular" panose="020B0504020202020204" charset="0"/>
      <p:regular r:id="rId31"/>
    </p:embeddedFont>
    <p:embeddedFont>
      <p:font typeface="Segoe UI" panose="020B0502040204020203" pitchFamily="34" charset="0"/>
      <p:regular r:id="rId32"/>
      <p:bold r:id="rId33"/>
      <p:italic r:id="rId34"/>
      <p:boldItalic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0061"/>
    <a:srgbClr val="005C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39" d="100"/>
          <a:sy n="39" d="100"/>
        </p:scale>
        <p:origin x="60" y="468"/>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font" Target="fonts/font6.fntdata"/><Relationship Id="rId39" Type="http://schemas.openxmlformats.org/officeDocument/2006/relationships/tableStyles" Target="tableStyles.xml"/><Relationship Id="rId21" Type="http://schemas.openxmlformats.org/officeDocument/2006/relationships/font" Target="fonts/font1.fntdata"/><Relationship Id="rId34" Type="http://schemas.openxmlformats.org/officeDocument/2006/relationships/font" Target="fonts/font14.fntdata"/><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handoutMaster" Target="handoutMasters/handoutMaster1.xml"/><Relationship Id="rId29" Type="http://schemas.openxmlformats.org/officeDocument/2006/relationships/font" Target="fonts/font9.fnt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notesMaster" Target="notesMasters/notesMaster1.xml"/><Relationship Id="rId31" Type="http://schemas.openxmlformats.org/officeDocument/2006/relationships/font" Target="fonts/font11.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lcolm Hyndman" userId="d0c7d657c8220ddc" providerId="LiveId" clId="{091F8294-D169-4DFA-B004-F35F9D9A33F6}"/>
    <pc:docChg chg="modShowInfo">
      <pc:chgData name="Malcolm Hyndman" userId="d0c7d657c8220ddc" providerId="LiveId" clId="{091F8294-D169-4DFA-B004-F35F9D9A33F6}" dt="2025-05-02T16:28:43.554" v="0" actId="2744"/>
      <pc:docMkLst>
        <pc:docMk/>
      </pc:docMkLst>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47A7BA6-C638-465B-9AAD-85D10B1E07AD}" type="datetimeFigureOut">
              <a:rPr lang="en-GB" smtClean="0"/>
              <a:t>02/05/2025</a:t>
            </a:fld>
            <a:endParaRPr lang="en-GB"/>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5C142D4-5647-4A56-9986-C5881B7B5362}" type="slidenum">
              <a:rPr lang="en-GB" smtClean="0"/>
              <a:t>‹#›</a:t>
            </a:fld>
            <a:endParaRPr lang="en-GB"/>
          </a:p>
        </p:txBody>
      </p:sp>
    </p:spTree>
    <p:extLst>
      <p:ext uri="{BB962C8B-B14F-4D97-AF65-F5344CB8AC3E}">
        <p14:creationId xmlns:p14="http://schemas.microsoft.com/office/powerpoint/2010/main" val="1969263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E303045-9E18-4723-8DEC-FFCFCD854557}" type="datetimeFigureOut">
              <a:rPr lang="en-GB" smtClean="0"/>
              <a:t>02/05/2025</a:t>
            </a:fld>
            <a:endParaRPr lang="en-GB"/>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5C7F705-F937-46CB-A48B-0D9E19179A36}" type="slidenum">
              <a:rPr lang="en-GB" smtClean="0"/>
              <a:t>‹#›</a:t>
            </a:fld>
            <a:endParaRPr lang="en-GB"/>
          </a:p>
        </p:txBody>
      </p:sp>
    </p:spTree>
    <p:extLst>
      <p:ext uri="{BB962C8B-B14F-4D97-AF65-F5344CB8AC3E}">
        <p14:creationId xmlns:p14="http://schemas.microsoft.com/office/powerpoint/2010/main" val="1292058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a:solidFill>
                  <a:schemeClr val="tx1"/>
                </a:solidFill>
                <a:effectLst/>
                <a:latin typeface="+mn-lt"/>
                <a:ea typeface="+mn-ea"/>
                <a:cs typeface="+mn-cs"/>
              </a:rPr>
              <a:t>Greet learners and ask them how they’re feeling.</a:t>
            </a:r>
            <a:endParaRPr lang="en-US" sz="1200" kern="1200">
              <a:solidFill>
                <a:schemeClr val="tx1"/>
              </a:solidFill>
              <a:effectLst/>
              <a:latin typeface="+mn-lt"/>
              <a:ea typeface="+mn-ea"/>
              <a:cs typeface="+mn-cs"/>
            </a:endParaRPr>
          </a:p>
          <a:p>
            <a:r>
              <a:rPr lang="en-GB" sz="1200" kern="1200">
                <a:solidFill>
                  <a:schemeClr val="tx1"/>
                </a:solidFill>
                <a:effectLst/>
                <a:latin typeface="+mn-lt"/>
                <a:ea typeface="+mn-ea"/>
                <a:cs typeface="+mn-cs"/>
              </a:rPr>
              <a:t>Ask learners some general questions about their country, e.g. what time it is, what the weather's like etc. </a:t>
            </a:r>
            <a:endParaRPr lang="en-US"/>
          </a:p>
        </p:txBody>
      </p:sp>
      <p:sp>
        <p:nvSpPr>
          <p:cNvPr id="4" name="Slide Number Placeholder 3"/>
          <p:cNvSpPr>
            <a:spLocks noGrp="1"/>
          </p:cNvSpPr>
          <p:nvPr>
            <p:ph type="sldNum" sz="quarter" idx="10"/>
          </p:nvPr>
        </p:nvSpPr>
        <p:spPr/>
        <p:txBody>
          <a:bodyPr/>
          <a:lstStyle/>
          <a:p>
            <a:fld id="{A5C7F705-F937-46CB-A48B-0D9E19179A36}" type="slidenum">
              <a:rPr lang="en-GB" smtClean="0"/>
              <a:t>1</a:t>
            </a:fld>
            <a:endParaRPr lang="en-GB"/>
          </a:p>
        </p:txBody>
      </p:sp>
    </p:spTree>
    <p:extLst>
      <p:ext uri="{BB962C8B-B14F-4D97-AF65-F5344CB8AC3E}">
        <p14:creationId xmlns:p14="http://schemas.microsoft.com/office/powerpoint/2010/main" val="14601920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Learners discuss in pairs in BO rooms.</a:t>
            </a:r>
          </a:p>
        </p:txBody>
      </p:sp>
      <p:sp>
        <p:nvSpPr>
          <p:cNvPr id="4" name="Slide Number Placeholder 3"/>
          <p:cNvSpPr>
            <a:spLocks noGrp="1"/>
          </p:cNvSpPr>
          <p:nvPr>
            <p:ph type="sldNum" sz="quarter" idx="10"/>
          </p:nvPr>
        </p:nvSpPr>
        <p:spPr/>
        <p:txBody>
          <a:bodyPr/>
          <a:lstStyle/>
          <a:p>
            <a:fld id="{A5C7F705-F937-46CB-A48B-0D9E19179A36}" type="slidenum">
              <a:rPr lang="en-GB" smtClean="0"/>
              <a:t>2</a:t>
            </a:fld>
            <a:endParaRPr lang="en-GB"/>
          </a:p>
        </p:txBody>
      </p:sp>
    </p:spTree>
    <p:extLst>
      <p:ext uri="{BB962C8B-B14F-4D97-AF65-F5344CB8AC3E}">
        <p14:creationId xmlns:p14="http://schemas.microsoft.com/office/powerpoint/2010/main" val="2826760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Remind learners that before class activities they studied verb + phrase collocations. Learners send answers in chat. Reveal and concept</a:t>
            </a:r>
            <a:r>
              <a:rPr lang="en-US" baseline="0"/>
              <a:t> check. </a:t>
            </a:r>
          </a:p>
          <a:p>
            <a:r>
              <a:rPr lang="en-US" baseline="0"/>
              <a:t>Learners then discuss in BO rooms.</a:t>
            </a:r>
          </a:p>
          <a:p>
            <a:r>
              <a:rPr lang="en-US" baseline="0"/>
              <a:t>Additional support: if this activity proves difficult, reveal the list of verbs. Remind learners to think about what form of the verb might be needed.</a:t>
            </a:r>
            <a:endParaRPr lang="en-US"/>
          </a:p>
        </p:txBody>
      </p:sp>
      <p:sp>
        <p:nvSpPr>
          <p:cNvPr id="4" name="Slide Number Placeholder 3"/>
          <p:cNvSpPr>
            <a:spLocks noGrp="1"/>
          </p:cNvSpPr>
          <p:nvPr>
            <p:ph type="sldNum" sz="quarter" idx="10"/>
          </p:nvPr>
        </p:nvSpPr>
        <p:spPr/>
        <p:txBody>
          <a:bodyPr/>
          <a:lstStyle/>
          <a:p>
            <a:fld id="{A5C7F705-F937-46CB-A48B-0D9E19179A36}" type="slidenum">
              <a:rPr lang="en-GB" smtClean="0"/>
              <a:t>3</a:t>
            </a:fld>
            <a:endParaRPr lang="en-GB"/>
          </a:p>
        </p:txBody>
      </p:sp>
    </p:spTree>
    <p:extLst>
      <p:ext uri="{BB962C8B-B14F-4D97-AF65-F5344CB8AC3E}">
        <p14:creationId xmlns:p14="http://schemas.microsoft.com/office/powerpoint/2010/main" val="6606786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Remind learners that they read a text during the </a:t>
            </a:r>
            <a:r>
              <a:rPr lang="en-US" err="1"/>
              <a:t>Practise</a:t>
            </a:r>
            <a:r>
              <a:rPr lang="en-US"/>
              <a:t> stage and elicit what it is about (an introduction to a series called </a:t>
            </a:r>
            <a:r>
              <a:rPr lang="en-US" i="1"/>
              <a:t>Books that changed the world</a:t>
            </a:r>
            <a:r>
              <a:rPr lang="en-US"/>
              <a:t>). Explain that these are two sentences from the</a:t>
            </a:r>
            <a:r>
              <a:rPr lang="en-US" baseline="0"/>
              <a:t> text and elicit ideas for how to express the parts in bold.</a:t>
            </a:r>
          </a:p>
          <a:p>
            <a:r>
              <a:rPr lang="en-US" baseline="0"/>
              <a:t>Possible answers:</a:t>
            </a:r>
          </a:p>
          <a:p>
            <a:pPr marL="228600" indent="-228600">
              <a:buAutoNum type="alphaLcParenR"/>
            </a:pPr>
            <a:r>
              <a:rPr lang="en-US" baseline="0"/>
              <a:t>If books didn’t exist, our everyday lives would be changed beyond recognition. </a:t>
            </a:r>
          </a:p>
          <a:p>
            <a:pPr marL="228600" indent="-228600">
              <a:buAutoNum type="alphaLcParenR"/>
            </a:pPr>
            <a:r>
              <a:rPr lang="en-US" baseline="0"/>
              <a:t>If Shakespeare, Cervantes and Tolstoy hadn’t written seminal works, would literature have developed in the same way?</a:t>
            </a:r>
          </a:p>
          <a:p>
            <a:endParaRPr lang="en-US"/>
          </a:p>
          <a:p>
            <a:r>
              <a:rPr lang="en-US"/>
              <a:t>You can point out that </a:t>
            </a:r>
            <a:r>
              <a:rPr lang="en-US" i="1"/>
              <a:t>if it weren’t for </a:t>
            </a:r>
            <a:r>
              <a:rPr lang="en-US"/>
              <a:t>/ </a:t>
            </a:r>
            <a:r>
              <a:rPr lang="en-US" i="1"/>
              <a:t>hadn’t been for </a:t>
            </a:r>
            <a:r>
              <a:rPr lang="en-US"/>
              <a:t>basically means </a:t>
            </a:r>
            <a:r>
              <a:rPr lang="en-US" i="1"/>
              <a:t>without</a:t>
            </a:r>
            <a:r>
              <a:rPr lang="en-US"/>
              <a:t>. We’re</a:t>
            </a:r>
            <a:r>
              <a:rPr lang="en-US" baseline="0"/>
              <a:t> </a:t>
            </a:r>
            <a:r>
              <a:rPr lang="en-US"/>
              <a:t>imagining what things would be like of something didn’t / hadn’t existed.</a:t>
            </a:r>
            <a:r>
              <a:rPr lang="en-US" baseline="0"/>
              <a:t> </a:t>
            </a:r>
            <a:r>
              <a:rPr lang="en-US"/>
              <a:t>It’s an idiomatic</a:t>
            </a:r>
            <a:r>
              <a:rPr lang="en-US" baseline="0"/>
              <a:t> </a:t>
            </a:r>
            <a:r>
              <a:rPr lang="en-US"/>
              <a:t>phrase.</a:t>
            </a:r>
          </a:p>
          <a:p>
            <a:r>
              <a:rPr lang="en-US"/>
              <a:t>You can also mention that </a:t>
            </a:r>
            <a:r>
              <a:rPr lang="en-US" i="1"/>
              <a:t>if it weren’t for </a:t>
            </a:r>
            <a:r>
              <a:rPr lang="en-US"/>
              <a:t>/ </a:t>
            </a:r>
            <a:r>
              <a:rPr lang="en-US" i="1"/>
              <a:t>if it wasn’t for </a:t>
            </a:r>
            <a:r>
              <a:rPr lang="en-US" i="0"/>
              <a:t>mean</a:t>
            </a:r>
            <a:r>
              <a:rPr lang="en-US" i="1"/>
              <a:t> </a:t>
            </a:r>
            <a:r>
              <a:rPr lang="en-US"/>
              <a:t>exactly the same and are both</a:t>
            </a:r>
            <a:r>
              <a:rPr lang="en-US" baseline="0"/>
              <a:t> </a:t>
            </a:r>
            <a:r>
              <a:rPr lang="en-US"/>
              <a:t>acceptable. </a:t>
            </a:r>
            <a:r>
              <a:rPr lang="en-US" i="1"/>
              <a:t>If it wasn’t for</a:t>
            </a:r>
            <a:r>
              <a:rPr lang="en-US"/>
              <a:t> is the most natural form for many</a:t>
            </a:r>
            <a:r>
              <a:rPr lang="en-US" baseline="0"/>
              <a:t> </a:t>
            </a:r>
            <a:r>
              <a:rPr lang="en-US"/>
              <a:t>English speakers.</a:t>
            </a:r>
            <a:r>
              <a:rPr lang="en-US" baseline="0"/>
              <a:t> </a:t>
            </a:r>
          </a:p>
          <a:p>
            <a:r>
              <a:rPr lang="en-US"/>
              <a:t>If learners are confused about the forms, you can give them some examples e.g.:</a:t>
            </a:r>
          </a:p>
          <a:p>
            <a:r>
              <a:rPr lang="en-US" i="1"/>
              <a:t>If it weren’t for my mother (looking after the kids), I wouldn’t be able to work</a:t>
            </a:r>
            <a:r>
              <a:rPr lang="en-US"/>
              <a:t>. (Something in the</a:t>
            </a:r>
            <a:r>
              <a:rPr lang="en-US" baseline="0"/>
              <a:t> </a:t>
            </a:r>
            <a:r>
              <a:rPr lang="en-US"/>
              <a:t>present affects a situation in the present – my mother helps me</a:t>
            </a:r>
            <a:r>
              <a:rPr lang="en-US" baseline="0"/>
              <a:t> </a:t>
            </a:r>
            <a:r>
              <a:rPr lang="en-US"/>
              <a:t>by looking after the kids, and that</a:t>
            </a:r>
            <a:r>
              <a:rPr lang="en-US" baseline="0"/>
              <a:t> </a:t>
            </a:r>
            <a:r>
              <a:rPr lang="en-US"/>
              <a:t>means I can work.)</a:t>
            </a:r>
          </a:p>
          <a:p>
            <a:r>
              <a:rPr lang="en-US" i="1"/>
              <a:t>If it hadn’t been for my mother’s help when I was a teenager, I wouldn’t be where I am today</a:t>
            </a:r>
            <a:r>
              <a:rPr lang="en-US"/>
              <a:t>.</a:t>
            </a:r>
          </a:p>
          <a:p>
            <a:r>
              <a:rPr lang="en-US"/>
              <a:t>(Something in the past affected the present – my mother helped me when I was a teenager and that’s</a:t>
            </a:r>
            <a:r>
              <a:rPr lang="en-US" baseline="0"/>
              <a:t> </a:t>
            </a:r>
            <a:r>
              <a:rPr lang="en-US"/>
              <a:t>the reason I am now successful.)</a:t>
            </a:r>
          </a:p>
          <a:p>
            <a:r>
              <a:rPr lang="en-US" i="1"/>
              <a:t>If it hadn’t been for my mother (who helped me pay for it), I wouldn’t have been able to buy my first</a:t>
            </a:r>
            <a:r>
              <a:rPr lang="en-US" i="1" baseline="0"/>
              <a:t> </a:t>
            </a:r>
            <a:r>
              <a:rPr lang="en-US" i="1"/>
              <a:t>flat</a:t>
            </a:r>
            <a:r>
              <a:rPr lang="en-US"/>
              <a:t>. (something in the past affected a situation in the past my mother gave me money so I was able</a:t>
            </a:r>
            <a:r>
              <a:rPr lang="en-US" baseline="0"/>
              <a:t> </a:t>
            </a:r>
            <a:r>
              <a:rPr lang="en-US"/>
              <a:t>to buy my first flat.)</a:t>
            </a:r>
          </a:p>
        </p:txBody>
      </p:sp>
      <p:sp>
        <p:nvSpPr>
          <p:cNvPr id="4" name="Slide Number Placeholder 3"/>
          <p:cNvSpPr>
            <a:spLocks noGrp="1"/>
          </p:cNvSpPr>
          <p:nvPr>
            <p:ph type="sldNum" sz="quarter" idx="10"/>
          </p:nvPr>
        </p:nvSpPr>
        <p:spPr/>
        <p:txBody>
          <a:bodyPr/>
          <a:lstStyle/>
          <a:p>
            <a:fld id="{A5C7F705-F937-46CB-A48B-0D9E19179A36}" type="slidenum">
              <a:rPr lang="en-GB" smtClean="0"/>
              <a:t>4</a:t>
            </a:fld>
            <a:endParaRPr lang="en-GB"/>
          </a:p>
        </p:txBody>
      </p:sp>
    </p:spTree>
    <p:extLst>
      <p:ext uri="{BB962C8B-B14F-4D97-AF65-F5344CB8AC3E}">
        <p14:creationId xmlns:p14="http://schemas.microsoft.com/office/powerpoint/2010/main" val="6606786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Learners send answers in chat. If time is limited</a:t>
            </a:r>
            <a:r>
              <a:rPr lang="en-US" baseline="0"/>
              <a:t> ask them select 2 sentences from 1-6, and do 7 and 8 as these provide less restricted practice of the language.</a:t>
            </a:r>
            <a:endParaRPr lang="en-US"/>
          </a:p>
        </p:txBody>
      </p:sp>
      <p:sp>
        <p:nvSpPr>
          <p:cNvPr id="4" name="Slide Number Placeholder 3"/>
          <p:cNvSpPr>
            <a:spLocks noGrp="1"/>
          </p:cNvSpPr>
          <p:nvPr>
            <p:ph type="sldNum" sz="quarter" idx="10"/>
          </p:nvPr>
        </p:nvSpPr>
        <p:spPr/>
        <p:txBody>
          <a:bodyPr/>
          <a:lstStyle/>
          <a:p>
            <a:fld id="{A5C7F705-F937-46CB-A48B-0D9E19179A36}" type="slidenum">
              <a:rPr lang="en-GB" smtClean="0"/>
              <a:t>5</a:t>
            </a:fld>
            <a:endParaRPr lang="en-GB"/>
          </a:p>
        </p:txBody>
      </p:sp>
    </p:spTree>
    <p:extLst>
      <p:ext uri="{BB962C8B-B14F-4D97-AF65-F5344CB8AC3E}">
        <p14:creationId xmlns:p14="http://schemas.microsoft.com/office/powerpoint/2010/main" val="6606786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Put students into groups of 4 or 5. </a:t>
            </a:r>
            <a:r>
              <a:rPr lang="en-US" dirty="0"/>
              <a:t>Allocate cards to learners (NOTE: the most expedient</a:t>
            </a:r>
            <a:r>
              <a:rPr lang="en-US" baseline="0" dirty="0"/>
              <a:t> way is to copy/paste a title from the document </a:t>
            </a:r>
            <a:r>
              <a:rPr lang="it-IT" baseline="0" dirty="0"/>
              <a:t>A045SPX PC.pdf – or see below - to each learner in </a:t>
            </a:r>
            <a:r>
              <a:rPr lang="it-IT" b="1" baseline="0" dirty="0"/>
              <a:t>private</a:t>
            </a:r>
            <a:r>
              <a:rPr lang="it-IT" b="0" baseline="0" dirty="0"/>
              <a:t> chat)</a:t>
            </a:r>
            <a:r>
              <a:rPr lang="en-US" dirty="0"/>
              <a:t>. Learners read their cards and take it in turns to tell their group about the book. They discuss each book in turn and the extent to which it changed the world. </a:t>
            </a:r>
          </a:p>
          <a:p>
            <a:r>
              <a:rPr lang="en-US" dirty="0"/>
              <a:t>N.B. There are</a:t>
            </a:r>
            <a:r>
              <a:rPr lang="en-US" baseline="0" dirty="0"/>
              <a:t> cards </a:t>
            </a:r>
            <a:r>
              <a:rPr lang="en-US" dirty="0"/>
              <a:t>about fourteen books – depending on time available you can decide how many books you give them and how many you want them to select, and / or rank – e.g. Choose five and rank them in order of importance – or rank all fourteen. You could also ask them to include books of their own choosing. If you feel your learners</a:t>
            </a:r>
            <a:r>
              <a:rPr lang="en-US" baseline="0" dirty="0"/>
              <a:t> </a:t>
            </a:r>
            <a:r>
              <a:rPr lang="en-US" dirty="0"/>
              <a:t>can handle it, you needn’t give them any information cards at all – simply let them write their own lists.</a:t>
            </a:r>
          </a:p>
          <a:p>
            <a:r>
              <a:rPr lang="en-US" dirty="0"/>
              <a:t>When learners have made their decisions, change groups and ask them to compare their lists, explaining and justifying the choices that they made. 4 Conduct a class vote on which books to include e.g. top five. </a:t>
            </a:r>
          </a:p>
          <a:p>
            <a:endParaRPr lang="en-US" dirty="0"/>
          </a:p>
          <a:p>
            <a:pPr algn="l"/>
            <a:r>
              <a:rPr lang="en-GB" sz="1800" b="1" i="0" u="none" strike="noStrike" baseline="0" dirty="0">
                <a:latin typeface="BritishCouncilSans-Bold"/>
              </a:rPr>
              <a:t>The Rules of Association Football</a:t>
            </a:r>
          </a:p>
          <a:p>
            <a:pPr algn="l"/>
            <a:r>
              <a:rPr lang="en-GB" sz="1800" b="0" i="0" u="none" strike="noStrike" baseline="0" dirty="0">
                <a:latin typeface="BritishCouncilSans-Regular"/>
              </a:rPr>
              <a:t>Ebeneezer Morley (1863)</a:t>
            </a:r>
          </a:p>
          <a:p>
            <a:pPr algn="l"/>
            <a:r>
              <a:rPr lang="en-GB" sz="1800" b="0" i="0" u="none" strike="noStrike" baseline="0" dirty="0">
                <a:latin typeface="BritishCouncilSans-Light"/>
              </a:rPr>
              <a:t>In 1863, a group of men sat down together to define the parameters of the game of football,</a:t>
            </a:r>
          </a:p>
          <a:p>
            <a:pPr algn="l"/>
            <a:r>
              <a:rPr lang="en-GB" sz="1800" b="0" i="0" u="none" strike="noStrike" baseline="0" dirty="0">
                <a:latin typeface="BritishCouncilSans-Light"/>
              </a:rPr>
              <a:t>which was, at the time, a free-for-all marked by high levels of violence - there were long</a:t>
            </a:r>
          </a:p>
          <a:p>
            <a:pPr algn="l"/>
            <a:r>
              <a:rPr lang="en-GB" sz="1800" b="0" i="0" u="none" strike="noStrike" baseline="0" dirty="0">
                <a:latin typeface="BritishCouncilSans-Light"/>
              </a:rPr>
              <a:t>discussions on whether shin-kicking, for example, should be allowed.</a:t>
            </a:r>
          </a:p>
          <a:p>
            <a:pPr algn="l"/>
            <a:r>
              <a:rPr lang="en-GB" sz="1800" b="0" i="0" u="none" strike="noStrike" baseline="0" dirty="0">
                <a:latin typeface="BritishCouncilSans-Light"/>
              </a:rPr>
              <a:t>The little book contains basic rules, such as the size of a football pitch and the definition of a free</a:t>
            </a:r>
          </a:p>
          <a:p>
            <a:pPr algn="l"/>
            <a:r>
              <a:rPr lang="en-GB" sz="1800" b="0" i="0" u="none" strike="noStrike" baseline="0" dirty="0">
                <a:latin typeface="BritishCouncilSans-Light"/>
              </a:rPr>
              <a:t>kick, never defined before, making it possible for everyone in the world to play the same ‘beautiful</a:t>
            </a:r>
          </a:p>
          <a:p>
            <a:pPr algn="l"/>
            <a:r>
              <a:rPr lang="en-GB" sz="1800" b="0" i="0" u="none" strike="noStrike" baseline="0" dirty="0">
                <a:latin typeface="BritishCouncilSans-Light"/>
              </a:rPr>
              <a:t>game’. The rest is history.</a:t>
            </a:r>
            <a:endParaRPr lang="en-US" sz="1800" b="0" i="0" u="none" strike="noStrike" baseline="0" dirty="0">
              <a:latin typeface="BritishCouncilSans-Light"/>
            </a:endParaRPr>
          </a:p>
          <a:p>
            <a:pPr algn="l"/>
            <a:endParaRPr lang="en-US" sz="1800" b="0" i="0" u="none" strike="noStrike" baseline="0" dirty="0">
              <a:latin typeface="BritishCouncilSans-Light"/>
            </a:endParaRPr>
          </a:p>
          <a:p>
            <a:pPr algn="l"/>
            <a:r>
              <a:rPr lang="en-GB" sz="1800" b="1" i="0" u="none" strike="noStrike" baseline="0" dirty="0">
                <a:latin typeface="BritishCouncilSans-Bold"/>
              </a:rPr>
              <a:t>Quotations from Chairman Mao</a:t>
            </a:r>
          </a:p>
          <a:p>
            <a:pPr algn="l"/>
            <a:r>
              <a:rPr lang="en-GB" sz="1800" b="0" i="0" u="none" strike="noStrike" baseline="0" dirty="0">
                <a:latin typeface="BritishCouncilSans-Regular"/>
              </a:rPr>
              <a:t>Mao Zedong (1964)</a:t>
            </a:r>
          </a:p>
          <a:p>
            <a:pPr algn="l"/>
            <a:r>
              <a:rPr lang="en-GB" sz="1800" b="0" i="0" u="none" strike="noStrike" baseline="0" dirty="0">
                <a:latin typeface="BritishCouncilSans-Light"/>
              </a:rPr>
              <a:t>The book was published by the Chinese government and contains collected quotations and ‘sayings’</a:t>
            </a:r>
          </a:p>
          <a:p>
            <a:pPr algn="l"/>
            <a:r>
              <a:rPr lang="en-GB" sz="1800" b="0" i="0" u="none" strike="noStrike" baseline="0" dirty="0">
                <a:latin typeface="BritishCouncilSans-Light"/>
              </a:rPr>
              <a:t>taken from Chairman Mao’s speeches. It is often referred to as ‘The Little Red Book’ in the west.</a:t>
            </a:r>
          </a:p>
          <a:p>
            <a:pPr algn="l"/>
            <a:r>
              <a:rPr lang="en-GB" sz="1800" b="0" i="0" u="none" strike="noStrike" baseline="0" dirty="0">
                <a:latin typeface="BritishCouncilSans-Light"/>
              </a:rPr>
              <a:t>It is one of the most widely published books in the world, with more than 900 million copies</a:t>
            </a:r>
          </a:p>
          <a:p>
            <a:pPr algn="l"/>
            <a:r>
              <a:rPr lang="en-GB" sz="1800" b="0" i="0" u="none" strike="noStrike" baseline="0" dirty="0">
                <a:latin typeface="BritishCouncilSans-Light"/>
              </a:rPr>
              <a:t>printed. Every Chinese citizen was expected to own one.</a:t>
            </a:r>
          </a:p>
          <a:p>
            <a:pPr algn="l"/>
            <a:r>
              <a:rPr lang="en-GB" sz="1800" b="0" i="0" u="none" strike="noStrike" baseline="0" dirty="0">
                <a:latin typeface="BritishCouncilSans-Light"/>
              </a:rPr>
              <a:t>The book was instrumental in the development and implementation of Mao’s policies, particularly</a:t>
            </a:r>
          </a:p>
          <a:p>
            <a:pPr algn="l"/>
            <a:r>
              <a:rPr lang="en-GB" sz="1800" b="0" i="0" u="none" strike="noStrike" baseline="0" dirty="0">
                <a:latin typeface="BritishCouncilSans-Light"/>
              </a:rPr>
              <a:t>the Cultural Revolution of the 1960s/70s.</a:t>
            </a:r>
          </a:p>
          <a:p>
            <a:pPr algn="l"/>
            <a:endParaRPr lang="en-GB" sz="1800" b="0" i="0" u="none" strike="noStrike" baseline="0" dirty="0">
              <a:latin typeface="BritishCouncilSans-Light"/>
            </a:endParaRPr>
          </a:p>
          <a:p>
            <a:pPr algn="l"/>
            <a:r>
              <a:rPr lang="en-GB" sz="1800" b="1" i="0" u="none" strike="noStrike" baseline="0" dirty="0">
                <a:latin typeface="BritishCouncilSans-Bold"/>
              </a:rPr>
              <a:t>The Rights of Man</a:t>
            </a:r>
          </a:p>
          <a:p>
            <a:pPr algn="l"/>
            <a:r>
              <a:rPr lang="en-GB" sz="1800" b="0" i="0" u="none" strike="noStrike" baseline="0" dirty="0">
                <a:latin typeface="BritishCouncilSans-Regular"/>
              </a:rPr>
              <a:t>Thomas Paine (1791)</a:t>
            </a:r>
          </a:p>
          <a:p>
            <a:pPr algn="l"/>
            <a:r>
              <a:rPr lang="en-GB" sz="1800" b="0" i="0" u="none" strike="noStrike" baseline="0" dirty="0">
                <a:latin typeface="BritishCouncilSans-Light"/>
              </a:rPr>
              <a:t>The book was written in defence of the French Revolution. Its basic message is that a government’s</a:t>
            </a:r>
          </a:p>
          <a:p>
            <a:pPr algn="l"/>
            <a:r>
              <a:rPr lang="en-GB" sz="1800" b="0" i="0" u="none" strike="noStrike" baseline="0" dirty="0">
                <a:latin typeface="BritishCouncilSans-Light"/>
              </a:rPr>
              <a:t>role is to protect the rights of its people. Any institution, including the monarchy and the military, that</a:t>
            </a:r>
          </a:p>
          <a:p>
            <a:pPr algn="l"/>
            <a:r>
              <a:rPr lang="en-GB" sz="1800" b="0" i="0" u="none" strike="noStrike" baseline="0" dirty="0">
                <a:latin typeface="BritishCouncilSans-Light"/>
              </a:rPr>
              <a:t>does not act to benefit the nation as a whole is illegitimate and should be overthrown.</a:t>
            </a:r>
          </a:p>
          <a:p>
            <a:pPr algn="l"/>
            <a:r>
              <a:rPr lang="en-GB" sz="1800" b="0" i="0" u="none" strike="noStrike" baseline="0" dirty="0">
                <a:latin typeface="BritishCouncilSans-Light"/>
              </a:rPr>
              <a:t>Paine was in France when the book was published, but it caused such uproar in his native England</a:t>
            </a:r>
          </a:p>
          <a:p>
            <a:pPr algn="l"/>
            <a:r>
              <a:rPr lang="en-GB" sz="1800" b="0" i="0" u="none" strike="noStrike" baseline="0" dirty="0">
                <a:latin typeface="BritishCouncilSans-Light"/>
              </a:rPr>
              <a:t>that he was tried ‘in absentia’ and convicted of libel against the crown.</a:t>
            </a:r>
          </a:p>
          <a:p>
            <a:pPr algn="l"/>
            <a:r>
              <a:rPr lang="en-GB" sz="1800" b="0" i="0" u="none" strike="noStrike" baseline="0" dirty="0">
                <a:latin typeface="BritishCouncilSans-Light"/>
              </a:rPr>
              <a:t>The book spurred the American Revolution. It is considered to be a founding text of democracy</a:t>
            </a:r>
          </a:p>
          <a:p>
            <a:pPr algn="l"/>
            <a:r>
              <a:rPr lang="en-GB" sz="1800" b="0" i="0" u="none" strike="noStrike" baseline="0" dirty="0">
                <a:latin typeface="BritishCouncilSans-Light"/>
              </a:rPr>
              <a:t>and the concept of civil rights.</a:t>
            </a:r>
          </a:p>
          <a:p>
            <a:pPr algn="l"/>
            <a:endParaRPr lang="en-GB" sz="1800" b="0" i="0" u="none" strike="noStrike" baseline="0" dirty="0">
              <a:latin typeface="BritishCouncilSans-Light"/>
            </a:endParaRPr>
          </a:p>
          <a:p>
            <a:pPr algn="l"/>
            <a:r>
              <a:rPr lang="en-GB" sz="1800" b="1" i="0" u="none" strike="noStrike" baseline="0" dirty="0">
                <a:latin typeface="BritishCouncilSans-Bold"/>
              </a:rPr>
              <a:t>Communist Manifesto</a:t>
            </a:r>
          </a:p>
          <a:p>
            <a:pPr algn="l"/>
            <a:r>
              <a:rPr lang="de-DE" sz="1800" b="0" i="0" u="none" strike="noStrike" baseline="0" dirty="0">
                <a:latin typeface="BritishCouncilSans-Regular"/>
              </a:rPr>
              <a:t>Karl Marx and Friedrich Engels (1848)</a:t>
            </a:r>
          </a:p>
          <a:p>
            <a:pPr algn="l"/>
            <a:r>
              <a:rPr lang="en-GB" sz="1800" b="0" i="1" u="none" strike="noStrike" baseline="0" dirty="0">
                <a:latin typeface="BritishCouncilSans-LightItalic"/>
              </a:rPr>
              <a:t>“The proletarians have nothing to lose but their chains. They have a world to win. Working men of</a:t>
            </a:r>
          </a:p>
          <a:p>
            <a:pPr algn="l"/>
            <a:r>
              <a:rPr lang="en-GB" sz="1800" b="0" i="1" u="none" strike="noStrike" baseline="0" dirty="0">
                <a:latin typeface="BritishCouncilSans-LightItalic"/>
              </a:rPr>
              <a:t>all countries, unite!”</a:t>
            </a:r>
          </a:p>
          <a:p>
            <a:pPr algn="l"/>
            <a:r>
              <a:rPr lang="en-GB" sz="1800" b="0" i="0" u="none" strike="noStrike" baseline="0" dirty="0">
                <a:latin typeface="BritishCouncilSans-Light"/>
              </a:rPr>
              <a:t>A short document calling for the overthrow of Capitalist society and advocating a classless</a:t>
            </a:r>
          </a:p>
          <a:p>
            <a:pPr algn="l"/>
            <a:r>
              <a:rPr lang="en-GB" sz="1800" b="0" i="0" u="none" strike="noStrike" baseline="0" dirty="0">
                <a:latin typeface="BritishCouncilSans-Light"/>
              </a:rPr>
              <a:t>society. Just as Feudalism evolved into Capitalism, Capitalism would evolve into Socialism. Written</a:t>
            </a:r>
          </a:p>
          <a:p>
            <a:pPr algn="l"/>
            <a:r>
              <a:rPr lang="en-GB" sz="1800" b="0" i="0" u="none" strike="noStrike" baseline="0" dirty="0">
                <a:latin typeface="BritishCouncilSans-Light"/>
              </a:rPr>
              <a:t>at a time when social conditions left something to be desired, the ideas had great appeal to many.</a:t>
            </a:r>
          </a:p>
          <a:p>
            <a:pPr algn="l"/>
            <a:r>
              <a:rPr lang="en-GB" sz="1800" b="0" i="0" u="none" strike="noStrike" baseline="0" dirty="0">
                <a:latin typeface="BritishCouncilSans-Light"/>
              </a:rPr>
              <a:t>It was the driving philosophy behind the Russian Revolution and sparked others.</a:t>
            </a:r>
          </a:p>
          <a:p>
            <a:pPr algn="l"/>
            <a:endParaRPr lang="en-GB" sz="1800" b="0" i="0" u="none" strike="noStrike" baseline="0" dirty="0">
              <a:latin typeface="BritishCouncilSans-Light"/>
            </a:endParaRPr>
          </a:p>
          <a:p>
            <a:pPr algn="l"/>
            <a:r>
              <a:rPr lang="en-GB" sz="1800" b="1" i="0" u="none" strike="noStrike" baseline="0" dirty="0">
                <a:latin typeface="BritishCouncilSans-Bold"/>
              </a:rPr>
              <a:t>On the Origin of Species</a:t>
            </a:r>
          </a:p>
          <a:p>
            <a:pPr algn="l"/>
            <a:r>
              <a:rPr lang="en-GB" sz="1800" b="0" i="0" u="none" strike="noStrike" baseline="0" dirty="0">
                <a:latin typeface="BritishCouncilSans-Regular"/>
              </a:rPr>
              <a:t>Charles Darwin (1859)</a:t>
            </a:r>
          </a:p>
          <a:p>
            <a:pPr algn="l"/>
            <a:r>
              <a:rPr lang="en-GB" sz="1800" b="0" i="0" u="none" strike="noStrike" baseline="0" dirty="0">
                <a:latin typeface="BritishCouncilSans-Light"/>
              </a:rPr>
              <a:t>This book was the culmination of Darwin’s life’s work. It attempts to explain the diversity of life and</a:t>
            </a:r>
          </a:p>
          <a:p>
            <a:pPr algn="l"/>
            <a:r>
              <a:rPr lang="en-GB" sz="1800" b="0" i="0" u="none" strike="noStrike" baseline="0" dirty="0">
                <a:latin typeface="BritishCouncilSans-Light"/>
              </a:rPr>
              <a:t>proposes that species evolve over time through natural selection.</a:t>
            </a:r>
          </a:p>
          <a:p>
            <a:pPr algn="l"/>
            <a:r>
              <a:rPr lang="en-GB" sz="1800" b="0" i="0" u="none" strike="noStrike" baseline="0" dirty="0">
                <a:latin typeface="BritishCouncilSans-Light"/>
              </a:rPr>
              <a:t>The book was controversial on publication, presenting a direct challenge to a literal interpretation</a:t>
            </a:r>
          </a:p>
          <a:p>
            <a:pPr algn="l"/>
            <a:r>
              <a:rPr lang="en-GB" sz="1800" b="0" i="0" u="none" strike="noStrike" baseline="0" dirty="0">
                <a:latin typeface="BritishCouncilSans-Light"/>
              </a:rPr>
              <a:t>of the Bible and the debate continues to this day.</a:t>
            </a:r>
          </a:p>
          <a:p>
            <a:pPr algn="l"/>
            <a:r>
              <a:rPr lang="en-GB" sz="1800" b="0" i="0" u="none" strike="noStrike" baseline="0" dirty="0">
                <a:latin typeface="BritishCouncilSans-Light"/>
              </a:rPr>
              <a:t>It laid the foundations for many of the precepts of modern science and, among other things,</a:t>
            </a:r>
          </a:p>
          <a:p>
            <a:pPr algn="l"/>
            <a:r>
              <a:rPr lang="en-GB" sz="1800" b="0" i="0" u="none" strike="noStrike" baseline="0" dirty="0">
                <a:latin typeface="BritishCouncilSans-Light"/>
              </a:rPr>
              <a:t>placed a new emphasis on the study of nature and the need to share the planet with other</a:t>
            </a:r>
          </a:p>
          <a:p>
            <a:pPr algn="l"/>
            <a:r>
              <a:rPr lang="en-GB" sz="1800" b="0" i="0" u="none" strike="noStrike" baseline="0" dirty="0">
                <a:latin typeface="BritishCouncilSans-Light"/>
              </a:rPr>
              <a:t>species.</a:t>
            </a:r>
          </a:p>
          <a:p>
            <a:pPr algn="l"/>
            <a:endParaRPr lang="en-GB" sz="1800" b="0" i="0" u="none" strike="noStrike" baseline="0" dirty="0">
              <a:latin typeface="BritishCouncilSans-Light"/>
            </a:endParaRPr>
          </a:p>
          <a:p>
            <a:pPr algn="l"/>
            <a:r>
              <a:rPr lang="en-GB" sz="1800" b="1" i="0" u="none" strike="noStrike" baseline="0" dirty="0">
                <a:latin typeface="BritishCouncilSans-Bold"/>
              </a:rPr>
              <a:t>Uncle Tom’s Cabin</a:t>
            </a:r>
          </a:p>
          <a:p>
            <a:pPr algn="l"/>
            <a:r>
              <a:rPr lang="en-GB" sz="1800" b="0" i="0" u="none" strike="noStrike" baseline="0" dirty="0">
                <a:latin typeface="BritishCouncilSans-Regular"/>
              </a:rPr>
              <a:t>Harriet Beecher Stowe (1851)</a:t>
            </a:r>
          </a:p>
          <a:p>
            <a:pPr algn="l"/>
            <a:r>
              <a:rPr lang="en-GB" sz="1800" b="0" i="0" u="none" strike="noStrike" baseline="0" dirty="0">
                <a:latin typeface="BritishCouncilSans-Light"/>
              </a:rPr>
              <a:t>The book tells the story of a long-suffering but dutiful black slave and the people around him.</a:t>
            </a:r>
          </a:p>
          <a:p>
            <a:pPr algn="l"/>
            <a:r>
              <a:rPr lang="en-GB" sz="1800" b="0" i="0" u="none" strike="noStrike" baseline="0" dirty="0">
                <a:latin typeface="BritishCouncilSans-Light"/>
              </a:rPr>
              <a:t>Although sentimental in style, it opened many eyes to the harsh realities of slavery, and changed</a:t>
            </a:r>
          </a:p>
          <a:p>
            <a:pPr algn="l"/>
            <a:r>
              <a:rPr lang="en-GB" sz="1800" b="0" i="0" u="none" strike="noStrike" baseline="0" dirty="0">
                <a:latin typeface="BritishCouncilSans-Light"/>
              </a:rPr>
              <a:t>views in the American North on an issue which was key in the American Civil War.</a:t>
            </a:r>
          </a:p>
          <a:p>
            <a:pPr algn="l"/>
            <a:r>
              <a:rPr lang="en-GB" sz="1800" b="0" i="0" u="none" strike="noStrike" baseline="0" dirty="0">
                <a:latin typeface="BritishCouncilSans-Light"/>
              </a:rPr>
              <a:t>It was translated into many languages and became one of the best-selling books of the nineteenth</a:t>
            </a:r>
          </a:p>
          <a:p>
            <a:pPr algn="l"/>
            <a:r>
              <a:rPr lang="en-GB" sz="1800" b="0" i="0" u="none" strike="noStrike" baseline="0" dirty="0">
                <a:latin typeface="BritishCouncilSans-Light"/>
              </a:rPr>
              <a:t>century in the USA and Europe.</a:t>
            </a:r>
          </a:p>
          <a:p>
            <a:pPr algn="l"/>
            <a:r>
              <a:rPr lang="en-GB" sz="1800" b="0" i="0" u="none" strike="noStrike" baseline="0" dirty="0">
                <a:latin typeface="BritishCouncilSans-Light"/>
              </a:rPr>
              <a:t>Some blame the book for propagating racial stereotypes – the faithful black manservant, the black</a:t>
            </a:r>
          </a:p>
          <a:p>
            <a:pPr algn="l"/>
            <a:r>
              <a:rPr lang="en-GB" sz="1800" b="0" i="0" u="none" strike="noStrike" baseline="0" dirty="0">
                <a:latin typeface="BritishCouncilSans-Light"/>
              </a:rPr>
              <a:t>nursemaid ‘mammy’. Some see it as a call to remember human rights and a plea for love and</a:t>
            </a:r>
          </a:p>
          <a:p>
            <a:pPr algn="l"/>
            <a:r>
              <a:rPr lang="en-GB" sz="1800" b="0" i="0" u="none" strike="noStrike" baseline="0" dirty="0">
                <a:latin typeface="BritishCouncilSans-Light"/>
              </a:rPr>
              <a:t>compassion.</a:t>
            </a:r>
          </a:p>
          <a:p>
            <a:pPr algn="l"/>
            <a:endParaRPr lang="en-GB" sz="1800" b="0" i="0" u="none" strike="noStrike" baseline="0" dirty="0">
              <a:latin typeface="BritishCouncilSans-Light"/>
            </a:endParaRPr>
          </a:p>
          <a:p>
            <a:pPr algn="l"/>
            <a:r>
              <a:rPr lang="en-GB" sz="1800" b="1" i="0" u="none" strike="noStrike" baseline="0" dirty="0">
                <a:latin typeface="BritishCouncilSans-Bold"/>
              </a:rPr>
              <a:t>1984</a:t>
            </a:r>
          </a:p>
          <a:p>
            <a:pPr algn="l"/>
            <a:r>
              <a:rPr lang="en-GB" sz="1800" b="0" i="0" u="none" strike="noStrike" baseline="0" dirty="0">
                <a:latin typeface="BritishCouncilSans-Regular"/>
              </a:rPr>
              <a:t>George Orwell (1949)</a:t>
            </a:r>
          </a:p>
          <a:p>
            <a:pPr algn="l"/>
            <a:r>
              <a:rPr lang="en-GB" sz="1800" b="0" i="0" u="none" strike="noStrike" baseline="0" dirty="0">
                <a:latin typeface="BritishCouncilSans-Light"/>
              </a:rPr>
              <a:t>This dystopian novel paints a picture of life in a surveillance state run by the terrifying Big</a:t>
            </a:r>
          </a:p>
          <a:p>
            <a:pPr algn="l"/>
            <a:r>
              <a:rPr lang="en-GB" sz="1800" b="0" i="0" u="none" strike="noStrike" baseline="0" dirty="0">
                <a:latin typeface="BritishCouncilSans-Light"/>
              </a:rPr>
              <a:t>Brother and is a stark warning against the state’s desire to control individuals and the dangers</a:t>
            </a:r>
          </a:p>
          <a:p>
            <a:pPr algn="l"/>
            <a:r>
              <a:rPr lang="en-GB" sz="1800" b="0" i="0" u="none" strike="noStrike" baseline="0" dirty="0">
                <a:latin typeface="BritishCouncilSans-Light"/>
              </a:rPr>
              <a:t>of totalitarian regimes. The book’s message is a reminder of the importance of free speech and</a:t>
            </a:r>
          </a:p>
          <a:p>
            <a:pPr algn="l"/>
            <a:r>
              <a:rPr lang="en-GB" sz="1800" b="0" i="0" u="none" strike="noStrike" baseline="0" dirty="0">
                <a:latin typeface="BritishCouncilSans-Light"/>
              </a:rPr>
              <a:t>thought.</a:t>
            </a:r>
          </a:p>
          <a:p>
            <a:pPr algn="l"/>
            <a:r>
              <a:rPr lang="en-GB" sz="1800" b="0" i="0" u="none" strike="noStrike" baseline="0" dirty="0">
                <a:latin typeface="BritishCouncilSans-Light"/>
              </a:rPr>
              <a:t>The ideas in the book are frequently referenced in modern culture, and words and phrases such</a:t>
            </a:r>
          </a:p>
          <a:p>
            <a:pPr algn="l"/>
            <a:r>
              <a:rPr lang="en-GB" sz="1800" b="0" i="0" u="none" strike="noStrike" baseline="0" dirty="0">
                <a:latin typeface="BritishCouncilSans-Light"/>
              </a:rPr>
              <a:t>as ‘Big Brother’, ‘the thought police’ or ‘thought crime’ have become part of the English language.</a:t>
            </a:r>
          </a:p>
          <a:p>
            <a:pPr algn="l"/>
            <a:r>
              <a:rPr lang="en-GB" sz="1800" b="0" i="0" u="none" strike="noStrike" baseline="0" dirty="0">
                <a:latin typeface="BritishCouncilSans-Light"/>
              </a:rPr>
              <a:t>The book launched the now popular genre of fiction set in a nightmarish, not-so-distant future.</a:t>
            </a:r>
          </a:p>
          <a:p>
            <a:pPr algn="l"/>
            <a:endParaRPr lang="en-GB" sz="1800" b="0" i="0" u="none" strike="noStrike" baseline="0" dirty="0">
              <a:latin typeface="BritishCouncilSans-Light"/>
            </a:endParaRPr>
          </a:p>
          <a:p>
            <a:pPr algn="l"/>
            <a:r>
              <a:rPr lang="en-GB" sz="1800" b="1" i="0" u="none" strike="noStrike" baseline="0" dirty="0">
                <a:latin typeface="BritishCouncilSans-Bold"/>
              </a:rPr>
              <a:t>Aesop’s Fables</a:t>
            </a:r>
          </a:p>
          <a:p>
            <a:pPr algn="l"/>
            <a:r>
              <a:rPr lang="en-GB" sz="1800" b="0" i="0" u="none" strike="noStrike" baseline="0" dirty="0">
                <a:latin typeface="BritishCouncilSans-Regular"/>
              </a:rPr>
              <a:t>Aesop (between 620 and 560 BCE)</a:t>
            </a:r>
          </a:p>
          <a:p>
            <a:pPr algn="l"/>
            <a:r>
              <a:rPr lang="en-GB" sz="1800" b="0" i="0" u="none" strike="noStrike" baseline="0" dirty="0">
                <a:latin typeface="BritishCouncilSans-Light"/>
              </a:rPr>
              <a:t>The book is a collection of 725 morality tales either written by or collected by a former slave</a:t>
            </a:r>
          </a:p>
          <a:p>
            <a:pPr algn="l"/>
            <a:r>
              <a:rPr lang="en-GB" sz="1800" b="0" i="0" u="none" strike="noStrike" baseline="0" dirty="0">
                <a:latin typeface="BritishCouncilSans-Light"/>
              </a:rPr>
              <a:t>in Ancient Greece named Aesop. They represent one of the earliest characteristics of human</a:t>
            </a:r>
          </a:p>
          <a:p>
            <a:pPr algn="l"/>
            <a:r>
              <a:rPr lang="en-GB" sz="1800" b="0" i="0" u="none" strike="noStrike" baseline="0" dirty="0">
                <a:latin typeface="BritishCouncilSans-Light"/>
              </a:rPr>
              <a:t>civilisation – story telling – and are still used to entertain and educate children today. Their survival</a:t>
            </a:r>
          </a:p>
          <a:p>
            <a:pPr algn="l"/>
            <a:r>
              <a:rPr lang="en-GB" sz="1800" b="0" i="0" u="none" strike="noStrike" baseline="0" dirty="0">
                <a:latin typeface="BritishCouncilSans-Light"/>
              </a:rPr>
              <a:t>is astounding, particularly as they would have originally been passed on through word of mouth.</a:t>
            </a:r>
          </a:p>
          <a:p>
            <a:pPr algn="l"/>
            <a:r>
              <a:rPr lang="en-GB" sz="1800" b="0" i="0" u="none" strike="noStrike" baseline="0" dirty="0">
                <a:latin typeface="BritishCouncilSans-Light"/>
              </a:rPr>
              <a:t>The stories use animals who act like humans to illustrate simple life lessons such as ‘slow and</a:t>
            </a:r>
          </a:p>
          <a:p>
            <a:pPr algn="l"/>
            <a:r>
              <a:rPr lang="en-GB" sz="1800" b="0" i="0" u="none" strike="noStrike" baseline="0" dirty="0">
                <a:latin typeface="BritishCouncilSans-Light"/>
              </a:rPr>
              <a:t>steady wins the race’ or ‘in times of plenty, save up for times of need’. The stories often have a</a:t>
            </a:r>
          </a:p>
          <a:p>
            <a:pPr algn="l"/>
            <a:r>
              <a:rPr lang="en-GB" sz="1800" b="0" i="0" u="none" strike="noStrike" baseline="0" dirty="0">
                <a:latin typeface="BritishCouncilSans-Light"/>
              </a:rPr>
              <a:t>subversive element in that the weak yet clever can beat the powerful and strong.</a:t>
            </a:r>
          </a:p>
          <a:p>
            <a:pPr algn="l"/>
            <a:endParaRPr lang="en-GB" sz="1800" b="0" i="0" u="none" strike="noStrike" baseline="0" dirty="0">
              <a:latin typeface="BritishCouncilSans-Light"/>
            </a:endParaRPr>
          </a:p>
          <a:p>
            <a:pPr algn="l"/>
            <a:r>
              <a:rPr lang="en-GB" sz="1800" b="1" i="0" u="none" strike="noStrike" baseline="0" dirty="0">
                <a:latin typeface="BritishCouncilSans-Bold"/>
              </a:rPr>
              <a:t>Harry Potter and the Philosopher’s Stone</a:t>
            </a:r>
          </a:p>
          <a:p>
            <a:pPr algn="l"/>
            <a:r>
              <a:rPr lang="en-GB" sz="1800" b="0" i="0" u="none" strike="noStrike" baseline="0" dirty="0">
                <a:latin typeface="BritishCouncilSans-Regular"/>
              </a:rPr>
              <a:t>J.K. Rowling (1997)</a:t>
            </a:r>
          </a:p>
          <a:p>
            <a:pPr algn="l"/>
            <a:r>
              <a:rPr lang="en-GB" sz="1800" b="0" i="0" u="none" strike="noStrike" baseline="0" dirty="0">
                <a:latin typeface="BritishCouncilSans-Light"/>
              </a:rPr>
              <a:t>The first book of the seven-part Harry Potter series was a publishing phenomenon for a first novel</a:t>
            </a:r>
          </a:p>
          <a:p>
            <a:pPr algn="l"/>
            <a:r>
              <a:rPr lang="en-GB" sz="1800" b="0" i="0" u="none" strike="noStrike" baseline="0" dirty="0">
                <a:latin typeface="BritishCouncilSans-Light"/>
              </a:rPr>
              <a:t>by an unknown writer – there was something in the book that sparked the imagination.</a:t>
            </a:r>
          </a:p>
          <a:p>
            <a:pPr algn="l"/>
            <a:r>
              <a:rPr lang="en-GB" sz="1800" b="0" i="0" u="none" strike="noStrike" baseline="0" dirty="0">
                <a:latin typeface="BritishCouncilSans-Light"/>
              </a:rPr>
              <a:t>It is said to have been responsible for rekindling an interest in reading for a whole generation of</a:t>
            </a:r>
          </a:p>
          <a:p>
            <a:pPr algn="l"/>
            <a:r>
              <a:rPr lang="en-GB" sz="1800" b="0" i="0" u="none" strike="noStrike" baseline="0" dirty="0">
                <a:latin typeface="BritishCouncilSans-Light"/>
              </a:rPr>
              <a:t>children all over the world</a:t>
            </a:r>
          </a:p>
          <a:p>
            <a:pPr algn="l"/>
            <a:r>
              <a:rPr lang="en-GB" sz="1800" b="0" i="0" u="none" strike="noStrike" baseline="0" dirty="0">
                <a:latin typeface="BritishCouncilSans-Light"/>
              </a:rPr>
              <a:t>The series has been translated into over 73 languages and has become the best-selling book</a:t>
            </a:r>
          </a:p>
          <a:p>
            <a:pPr algn="l"/>
            <a:r>
              <a:rPr lang="en-GB" sz="1800" b="0" i="0" u="none" strike="noStrike" baseline="0" dirty="0">
                <a:latin typeface="BritishCouncilSans-Light"/>
              </a:rPr>
              <a:t>series in history, selling over 450 million copies to date. Rowling is the first ever billionaire writer.</a:t>
            </a:r>
          </a:p>
          <a:p>
            <a:pPr algn="l"/>
            <a:endParaRPr lang="en-GB" sz="1800" b="0" i="0" u="none" strike="noStrike" baseline="0" dirty="0">
              <a:latin typeface="BritishCouncilSans-Light"/>
            </a:endParaRPr>
          </a:p>
          <a:p>
            <a:pPr algn="l"/>
            <a:r>
              <a:rPr lang="en-GB" sz="1800" b="1" i="0" u="none" strike="noStrike" baseline="0" dirty="0">
                <a:latin typeface="BritishCouncilSans-Bold"/>
              </a:rPr>
              <a:t>Anne Frank: The Diary of a Young Girl</a:t>
            </a:r>
          </a:p>
          <a:p>
            <a:pPr algn="l"/>
            <a:r>
              <a:rPr lang="en-GB" sz="1800" b="0" i="0" u="none" strike="noStrike" baseline="0" dirty="0">
                <a:latin typeface="BritishCouncilSans-Regular"/>
              </a:rPr>
              <a:t>Anne Frank (1947)</a:t>
            </a:r>
          </a:p>
          <a:p>
            <a:pPr algn="l"/>
            <a:r>
              <a:rPr lang="en-GB" sz="1800" b="0" i="0" u="none" strike="noStrike" baseline="0" dirty="0">
                <a:latin typeface="BritishCouncilSans-Light"/>
              </a:rPr>
              <a:t>Anne Frank was a young teenager who kept a diary for two years while she was in hiding with</a:t>
            </a:r>
          </a:p>
          <a:p>
            <a:pPr algn="l"/>
            <a:r>
              <a:rPr lang="en-GB" sz="1800" b="0" i="0" u="none" strike="noStrike" baseline="0" dirty="0">
                <a:latin typeface="BritishCouncilSans-Light"/>
              </a:rPr>
              <a:t>her family in the Netherlands during the Nazi occupation. It details her struggle to live normally in</a:t>
            </a:r>
          </a:p>
          <a:p>
            <a:pPr algn="l"/>
            <a:r>
              <a:rPr lang="en-GB" sz="1800" b="0" i="0" u="none" strike="noStrike" baseline="0" dirty="0">
                <a:latin typeface="BritishCouncilSans-Light"/>
              </a:rPr>
              <a:t>those circumstances. She died in a concentration camp in 1944 aged fifteen and her diary was</a:t>
            </a:r>
          </a:p>
          <a:p>
            <a:pPr algn="l"/>
            <a:r>
              <a:rPr lang="en-GB" sz="1800" b="0" i="0" u="none" strike="noStrike" baseline="0" dirty="0">
                <a:latin typeface="BritishCouncilSans-Light"/>
              </a:rPr>
              <a:t>published by her father.</a:t>
            </a:r>
          </a:p>
          <a:p>
            <a:pPr algn="l"/>
            <a:r>
              <a:rPr lang="en-GB" sz="1800" b="0" i="0" u="none" strike="noStrike" baseline="0" dirty="0">
                <a:latin typeface="BritishCouncilSans-Light"/>
              </a:rPr>
              <a:t>The book provides a personal link to the story of the holocaust. The teenage voice of the writer</a:t>
            </a:r>
          </a:p>
          <a:p>
            <a:pPr algn="l"/>
            <a:r>
              <a:rPr lang="en-GB" sz="1800" b="0" i="0" u="none" strike="noStrike" baseline="0" dirty="0">
                <a:latin typeface="BritishCouncilSans-Light"/>
              </a:rPr>
              <a:t>makes the book resonate particularly strongly with young people inside and outside of the</a:t>
            </a:r>
          </a:p>
          <a:p>
            <a:pPr algn="l"/>
            <a:r>
              <a:rPr lang="en-GB" sz="1800" b="0" i="0" u="none" strike="noStrike" baseline="0" dirty="0">
                <a:latin typeface="BritishCouncilSans-Light"/>
              </a:rPr>
              <a:t>classroom.</a:t>
            </a:r>
          </a:p>
          <a:p>
            <a:pPr algn="l"/>
            <a:endParaRPr lang="en-GB" sz="1800" b="0" i="0" u="none" strike="noStrike" baseline="0" dirty="0">
              <a:latin typeface="BritishCouncilSans-Light"/>
            </a:endParaRPr>
          </a:p>
          <a:p>
            <a:pPr algn="l"/>
            <a:r>
              <a:rPr lang="en-GB" sz="1800" b="1" i="0" u="none" strike="noStrike" baseline="0" dirty="0">
                <a:latin typeface="BritishCouncilSans-Bold"/>
              </a:rPr>
              <a:t>The Interpretation of Dreams</a:t>
            </a:r>
          </a:p>
          <a:p>
            <a:pPr algn="l"/>
            <a:r>
              <a:rPr lang="en-GB" sz="1800" b="0" i="0" u="none" strike="noStrike" baseline="0" dirty="0">
                <a:latin typeface="BritishCouncilSans-Regular"/>
              </a:rPr>
              <a:t>Sigmund Freud (1899)</a:t>
            </a:r>
          </a:p>
          <a:p>
            <a:pPr algn="l"/>
            <a:r>
              <a:rPr lang="en-GB" sz="1800" b="0" i="0" u="none" strike="noStrike" baseline="0" dirty="0">
                <a:latin typeface="BritishCouncilSans-Light"/>
              </a:rPr>
              <a:t>Freud was an Austrian neurologist who brought the science of psychology into the public arena.</a:t>
            </a:r>
          </a:p>
          <a:p>
            <a:pPr algn="l"/>
            <a:r>
              <a:rPr lang="en-GB" sz="1800" b="0" i="0" u="none" strike="noStrike" baseline="0" dirty="0">
                <a:latin typeface="BritishCouncilSans-Light"/>
              </a:rPr>
              <a:t>He is known today as the Father of Psychoanalysis thanks to his ground-breaking theory that</a:t>
            </a:r>
          </a:p>
          <a:p>
            <a:pPr algn="l"/>
            <a:r>
              <a:rPr lang="en-GB" sz="1800" b="0" i="0" u="none" strike="noStrike" baseline="0" dirty="0">
                <a:latin typeface="BritishCouncilSans-Light"/>
              </a:rPr>
              <a:t>much behaviour is governed by the unconscious.</a:t>
            </a:r>
          </a:p>
          <a:p>
            <a:pPr algn="l"/>
            <a:r>
              <a:rPr lang="en-GB" sz="1800" b="0" i="0" u="none" strike="noStrike" baseline="0" dirty="0">
                <a:latin typeface="BritishCouncilSans-Light"/>
              </a:rPr>
              <a:t>This book elaborates the argument that the unconscious mind exists, and that dreams give access</a:t>
            </a:r>
          </a:p>
          <a:p>
            <a:pPr algn="l"/>
            <a:r>
              <a:rPr lang="en-GB" sz="1800" b="0" i="0" u="none" strike="noStrike" baseline="0" dirty="0">
                <a:latin typeface="BritishCouncilSans-Light"/>
              </a:rPr>
              <a:t>to these thoughts ‘below the surface’, allowing them to be explored in ‘talking’ therapy – the basis</a:t>
            </a:r>
          </a:p>
          <a:p>
            <a:pPr algn="l"/>
            <a:r>
              <a:rPr lang="en-GB" sz="1800" b="0" i="0" u="none" strike="noStrike" baseline="0" dirty="0">
                <a:latin typeface="BritishCouncilSans-Light"/>
              </a:rPr>
              <a:t>of psychoanalysis.</a:t>
            </a:r>
          </a:p>
          <a:p>
            <a:pPr algn="l"/>
            <a:r>
              <a:rPr lang="en-GB" sz="1800" b="0" i="0" u="none" strike="noStrike" baseline="0" dirty="0">
                <a:latin typeface="BritishCouncilSans-Light"/>
              </a:rPr>
              <a:t>Modern specialists dismiss many of Freud’s theories, but concepts such as the Oedipus Complex</a:t>
            </a:r>
          </a:p>
          <a:p>
            <a:pPr algn="l"/>
            <a:r>
              <a:rPr lang="en-GB" sz="1800" b="0" i="0" u="none" strike="noStrike" baseline="0" dirty="0">
                <a:latin typeface="BritishCouncilSans-Light"/>
              </a:rPr>
              <a:t>are deeply embedded in our culture.</a:t>
            </a:r>
          </a:p>
          <a:p>
            <a:pPr algn="l"/>
            <a:endParaRPr lang="en-GB" sz="1800" b="0" i="0" u="none" strike="noStrike" baseline="0" dirty="0">
              <a:latin typeface="BritishCouncilSans-Light"/>
            </a:endParaRPr>
          </a:p>
          <a:p>
            <a:pPr algn="l"/>
            <a:r>
              <a:rPr lang="en-GB" sz="1800" b="1" i="0" u="none" strike="noStrike" baseline="0" dirty="0">
                <a:latin typeface="BritishCouncilSans-Bold"/>
              </a:rPr>
              <a:t>Silent Spring</a:t>
            </a:r>
          </a:p>
          <a:p>
            <a:pPr algn="l"/>
            <a:r>
              <a:rPr lang="en-GB" sz="1800" b="0" i="0" u="none" strike="noStrike" baseline="0" dirty="0">
                <a:latin typeface="BritishCouncilSans-Regular"/>
              </a:rPr>
              <a:t>Rachel Carson (1962)</a:t>
            </a:r>
          </a:p>
          <a:p>
            <a:pPr algn="l"/>
            <a:r>
              <a:rPr lang="en-GB" sz="1800" b="0" i="0" u="none" strike="noStrike" baseline="0" dirty="0">
                <a:latin typeface="BritishCouncilSans-Light"/>
              </a:rPr>
              <a:t>This book documents the harmful effects of pesticides on the environment, particularly birds. It</a:t>
            </a:r>
          </a:p>
          <a:p>
            <a:pPr algn="l"/>
            <a:r>
              <a:rPr lang="en-GB" sz="1800" b="0" i="0" u="none" strike="noStrike" baseline="0" dirty="0">
                <a:latin typeface="BritishCouncilSans-Light"/>
              </a:rPr>
              <a:t>also brought to public attention the fact that pesticides such as DDT can enter the food chain and</a:t>
            </a:r>
          </a:p>
          <a:p>
            <a:pPr algn="l"/>
            <a:r>
              <a:rPr lang="en-GB" sz="1800" b="0" i="0" u="none" strike="noStrike" baseline="0" dirty="0">
                <a:latin typeface="BritishCouncilSans-Light"/>
              </a:rPr>
              <a:t>have far-reaching effects on humans.</a:t>
            </a:r>
          </a:p>
          <a:p>
            <a:pPr algn="l"/>
            <a:r>
              <a:rPr lang="en-GB" sz="1800" b="0" i="0" u="none" strike="noStrike" baseline="0" dirty="0">
                <a:latin typeface="BritishCouncilSans-Light"/>
              </a:rPr>
              <a:t>The chemical industry argued bitterly against Carson’s conclusions, but it led to a ban on DDT in</a:t>
            </a:r>
          </a:p>
          <a:p>
            <a:pPr algn="l"/>
            <a:r>
              <a:rPr lang="en-GB" sz="1800" b="0" i="0" u="none" strike="noStrike" baseline="0" dirty="0">
                <a:latin typeface="BritishCouncilSans-Light"/>
              </a:rPr>
              <a:t>the USA and, later, much of the rest of the world.</a:t>
            </a:r>
          </a:p>
          <a:p>
            <a:pPr algn="l"/>
            <a:r>
              <a:rPr lang="en-GB" sz="1800" b="0" i="0" u="none" strike="noStrike" baseline="0" dirty="0">
                <a:latin typeface="BritishCouncilSans-Light"/>
              </a:rPr>
              <a:t>The book made people aware for the first time of the vulnerability of nature and the need for</a:t>
            </a:r>
          </a:p>
          <a:p>
            <a:pPr algn="l"/>
            <a:r>
              <a:rPr lang="en-GB" sz="1800" b="0" i="0" u="none" strike="noStrike" baseline="0" dirty="0">
                <a:latin typeface="BritishCouncilSans-Light"/>
              </a:rPr>
              <a:t>industry regulation and can be credited with kick-starting the environmental movement as we</a:t>
            </a:r>
          </a:p>
          <a:p>
            <a:pPr algn="l"/>
            <a:r>
              <a:rPr lang="en-GB" sz="1800" b="0" i="0" u="none" strike="noStrike" baseline="0" dirty="0">
                <a:latin typeface="BritishCouncilSans-Light"/>
              </a:rPr>
              <a:t>know it today.</a:t>
            </a:r>
          </a:p>
          <a:p>
            <a:pPr algn="l"/>
            <a:endParaRPr lang="en-GB" sz="1800" b="0" i="0" u="none" strike="noStrike" baseline="0" dirty="0">
              <a:latin typeface="BritishCouncilSans-Light"/>
            </a:endParaRPr>
          </a:p>
          <a:p>
            <a:pPr algn="l"/>
            <a:r>
              <a:rPr lang="en-GB" sz="1800" b="1" i="0" u="none" strike="noStrike" baseline="0" dirty="0">
                <a:latin typeface="BritishCouncilSans-Bold"/>
              </a:rPr>
              <a:t>The Vindication of the Rights of Women</a:t>
            </a:r>
          </a:p>
          <a:p>
            <a:pPr algn="l"/>
            <a:r>
              <a:rPr lang="en-GB" sz="1800" b="0" i="0" u="none" strike="noStrike" baseline="0" dirty="0">
                <a:latin typeface="BritishCouncilSans-Regular"/>
              </a:rPr>
              <a:t>Mary Wollstonecraft (1792)</a:t>
            </a:r>
          </a:p>
          <a:p>
            <a:pPr algn="l"/>
            <a:r>
              <a:rPr lang="en-GB" sz="1800" b="0" i="1" u="none" strike="noStrike" baseline="0" dirty="0">
                <a:latin typeface="BritishCouncilSans-LightItalic"/>
              </a:rPr>
              <a:t>“Strengthen the female mind by enlarging it, and there will be an end to blind obedience.”</a:t>
            </a:r>
          </a:p>
          <a:p>
            <a:pPr algn="l"/>
            <a:r>
              <a:rPr lang="en-GB" sz="1800" b="0" i="0" u="none" strike="noStrike" baseline="0" dirty="0">
                <a:latin typeface="BritishCouncilSans-Light"/>
              </a:rPr>
              <a:t>This work argued that women are human beings and deserve the same respect as men are</a:t>
            </a:r>
          </a:p>
          <a:p>
            <a:pPr algn="l"/>
            <a:r>
              <a:rPr lang="en-GB" sz="1800" b="0" i="0" u="none" strike="noStrike" baseline="0" dirty="0">
                <a:latin typeface="BritishCouncilSans-Light"/>
              </a:rPr>
              <a:t>given, including the right to vote, to run a business and to have an education. Wollstonecraft</a:t>
            </a:r>
          </a:p>
          <a:p>
            <a:pPr algn="l"/>
            <a:r>
              <a:rPr lang="en-GB" sz="1800" b="0" i="0" u="none" strike="noStrike" baseline="0" dirty="0">
                <a:latin typeface="BritishCouncilSans-Light"/>
              </a:rPr>
              <a:t>herself saw education as the saviour of women, freeing them from a condition of near slavery</a:t>
            </a:r>
          </a:p>
          <a:p>
            <a:pPr algn="l"/>
            <a:r>
              <a:rPr lang="en-GB" sz="1800" b="0" i="0" u="none" strike="noStrike" baseline="0" dirty="0">
                <a:latin typeface="BritishCouncilSans-Light"/>
              </a:rPr>
              <a:t>to their husbands. She famously called marriage ‘legalised prostitution’ and was also in favour of</a:t>
            </a:r>
          </a:p>
          <a:p>
            <a:pPr algn="l"/>
            <a:r>
              <a:rPr lang="en-GB" sz="1800" b="0" i="0" u="none" strike="noStrike" baseline="0" dirty="0">
                <a:latin typeface="BritishCouncilSans-Light"/>
              </a:rPr>
              <a:t>abolishing the monarchy and the church hierarchy.</a:t>
            </a:r>
          </a:p>
          <a:p>
            <a:pPr algn="l"/>
            <a:r>
              <a:rPr lang="en-GB" sz="1800" b="0" i="0" u="none" strike="noStrike" baseline="0" dirty="0">
                <a:latin typeface="BritishCouncilSans-Light"/>
              </a:rPr>
              <a:t>The book, often called ‘the first great feminist treatise’ sold out in a year and inspired many others.</a:t>
            </a:r>
          </a:p>
          <a:p>
            <a:pPr algn="l"/>
            <a:endParaRPr lang="en-GB" sz="1800" b="0" i="0" u="none" strike="noStrike" baseline="0" dirty="0">
              <a:latin typeface="BritishCouncilSans-Light"/>
            </a:endParaRPr>
          </a:p>
          <a:p>
            <a:pPr algn="l"/>
            <a:r>
              <a:rPr lang="en-GB" sz="1800" b="1" i="0" u="none" strike="noStrike" baseline="0" dirty="0">
                <a:latin typeface="BritishCouncilSans-Bold"/>
              </a:rPr>
              <a:t>The Alchemist</a:t>
            </a:r>
          </a:p>
          <a:p>
            <a:pPr algn="l"/>
            <a:r>
              <a:rPr lang="en-GB" sz="1800" b="0" i="0" u="none" strike="noStrike" baseline="0" dirty="0">
                <a:latin typeface="BritishCouncilSans-Regular"/>
              </a:rPr>
              <a:t>Paulo Coelho (1988)</a:t>
            </a:r>
          </a:p>
          <a:p>
            <a:pPr algn="l"/>
            <a:r>
              <a:rPr lang="en-GB" sz="1800" b="0" i="1" u="none" strike="noStrike" baseline="0" dirty="0">
                <a:latin typeface="BritishCouncilSans-LightItalic"/>
              </a:rPr>
              <a:t>“When you really want something to happen, the whole universe conspires so that your wish comes</a:t>
            </a:r>
          </a:p>
          <a:p>
            <a:pPr algn="l"/>
            <a:r>
              <a:rPr lang="en-GB" sz="1800" b="0" i="1" u="none" strike="noStrike" baseline="0" dirty="0">
                <a:latin typeface="BritishCouncilSans-LightItalic"/>
              </a:rPr>
              <a:t>true”.</a:t>
            </a:r>
          </a:p>
          <a:p>
            <a:pPr algn="l"/>
            <a:r>
              <a:rPr lang="en-GB" sz="1800" b="0" i="0" u="none" strike="noStrike" baseline="0" dirty="0">
                <a:latin typeface="BritishCouncilSans-Light"/>
              </a:rPr>
              <a:t>The Alchemist is an allegorical novel about finding your destiny, and has been called a cross</a:t>
            </a:r>
          </a:p>
          <a:p>
            <a:pPr algn="l"/>
            <a:r>
              <a:rPr lang="en-GB" sz="1800" b="0" i="0" u="none" strike="noStrike" baseline="0" dirty="0">
                <a:latin typeface="BritishCouncilSans-Light"/>
              </a:rPr>
              <a:t>between literature and a self-help book. It has been translated into almost seventy languages,</a:t>
            </a:r>
          </a:p>
          <a:p>
            <a:pPr algn="l"/>
            <a:r>
              <a:rPr lang="en-GB" sz="1800" b="0" i="0" u="none" strike="noStrike" baseline="0" dirty="0">
                <a:latin typeface="BritishCouncilSans-Light"/>
              </a:rPr>
              <a:t>making Coelho the most translated living author in the world.</a:t>
            </a:r>
          </a:p>
          <a:p>
            <a:pPr algn="l"/>
            <a:r>
              <a:rPr lang="en-GB" sz="1800" b="0" i="0" u="none" strike="noStrike" baseline="0" dirty="0">
                <a:latin typeface="BritishCouncilSans-Light"/>
              </a:rPr>
              <a:t>Unlike many other living novelists, Coelho is an advocate of peer-to-peer file sharing networks,</a:t>
            </a:r>
          </a:p>
          <a:p>
            <a:pPr algn="l"/>
            <a:r>
              <a:rPr lang="en-GB" sz="1800" b="0" i="0" u="none" strike="noStrike" baseline="0" dirty="0">
                <a:latin typeface="BritishCouncilSans-Light"/>
              </a:rPr>
              <a:t>which allow people to access the book at no cost. He believes that this new model of free sharing</a:t>
            </a:r>
          </a:p>
          <a:p>
            <a:pPr algn="l"/>
            <a:r>
              <a:rPr lang="en-GB" sz="1800" b="0" i="0" u="none" strike="noStrike" baseline="0" dirty="0">
                <a:latin typeface="BritishCouncilSans-Light"/>
              </a:rPr>
              <a:t>promotes book sales – people choose to buy the book later, and the book’s massive popularity</a:t>
            </a:r>
          </a:p>
          <a:p>
            <a:pPr algn="l"/>
            <a:r>
              <a:rPr lang="en-GB" sz="1800" b="0" i="0" u="none" strike="noStrike" baseline="0" dirty="0">
                <a:latin typeface="BritishCouncilSans-Light"/>
              </a:rPr>
              <a:t>seems to bear this out.</a:t>
            </a:r>
            <a:endParaRPr lang="en-US" dirty="0"/>
          </a:p>
        </p:txBody>
      </p:sp>
      <p:sp>
        <p:nvSpPr>
          <p:cNvPr id="4" name="Slide Number Placeholder 3"/>
          <p:cNvSpPr>
            <a:spLocks noGrp="1"/>
          </p:cNvSpPr>
          <p:nvPr>
            <p:ph type="sldNum" sz="quarter" idx="10"/>
          </p:nvPr>
        </p:nvSpPr>
        <p:spPr/>
        <p:txBody>
          <a:bodyPr/>
          <a:lstStyle/>
          <a:p>
            <a:fld id="{A5C7F705-F937-46CB-A48B-0D9E19179A36}" type="slidenum">
              <a:rPr lang="en-GB" smtClean="0"/>
              <a:t>6</a:t>
            </a:fld>
            <a:endParaRPr lang="en-GB"/>
          </a:p>
        </p:txBody>
      </p:sp>
    </p:spTree>
    <p:extLst>
      <p:ext uri="{BB962C8B-B14F-4D97-AF65-F5344CB8AC3E}">
        <p14:creationId xmlns:p14="http://schemas.microsoft.com/office/powerpoint/2010/main" val="2014110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effectLst/>
                <a:latin typeface="+mn-lt"/>
                <a:ea typeface="+mn-ea"/>
                <a:cs typeface="+mn-cs"/>
              </a:rPr>
              <a:t>Highlight good language use, provide error correction and clarify emergent language from the Task.</a:t>
            </a:r>
            <a:endParaRPr lang="en-US" sz="1200" kern="1200">
              <a:solidFill>
                <a:schemeClr val="tx1"/>
              </a:solidFill>
              <a:effectLst/>
              <a:latin typeface="+mn-lt"/>
              <a:ea typeface="+mn-ea"/>
              <a:cs typeface="+mn-cs"/>
            </a:endParaRPr>
          </a:p>
          <a:p>
            <a:endParaRPr lang="en-US"/>
          </a:p>
        </p:txBody>
      </p:sp>
      <p:sp>
        <p:nvSpPr>
          <p:cNvPr id="4" name="Slide Number Placeholder 3"/>
          <p:cNvSpPr>
            <a:spLocks noGrp="1"/>
          </p:cNvSpPr>
          <p:nvPr>
            <p:ph type="sldNum" sz="quarter" idx="10"/>
          </p:nvPr>
        </p:nvSpPr>
        <p:spPr/>
        <p:txBody>
          <a:bodyPr/>
          <a:lstStyle/>
          <a:p>
            <a:fld id="{A5C7F705-F937-46CB-A48B-0D9E19179A36}" type="slidenum">
              <a:rPr lang="en-GB" smtClean="0"/>
              <a:t>7</a:t>
            </a:fld>
            <a:endParaRPr lang="en-GB"/>
          </a:p>
        </p:txBody>
      </p:sp>
    </p:spTree>
    <p:extLst>
      <p:ext uri="{BB962C8B-B14F-4D97-AF65-F5344CB8AC3E}">
        <p14:creationId xmlns:p14="http://schemas.microsoft.com/office/powerpoint/2010/main" val="36342186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effectLst/>
                <a:latin typeface="+mn-lt"/>
                <a:ea typeface="+mn-ea"/>
                <a:cs typeface="+mn-cs"/>
              </a:rPr>
              <a:t>Return to lesson aims and elicit whether aims have been accomplished, what learners found easy, what they enjoyed, what will help them outside of class, anything they would have preferred to spend more time on etc. </a:t>
            </a:r>
            <a:r>
              <a:rPr lang="en-GB" sz="1200" b="1" kern="1200">
                <a:solidFill>
                  <a:schemeClr val="tx1"/>
                </a:solidFill>
                <a:effectLst/>
                <a:latin typeface="+mn-lt"/>
                <a:ea typeface="+mn-ea"/>
                <a:cs typeface="+mn-cs"/>
              </a:rPr>
              <a:t>!!! For</a:t>
            </a:r>
            <a:r>
              <a:rPr lang="en-GB" sz="1200" b="1" kern="1200" baseline="0">
                <a:solidFill>
                  <a:schemeClr val="tx1"/>
                </a:solidFill>
                <a:effectLst/>
                <a:latin typeface="+mn-lt"/>
                <a:ea typeface="+mn-ea"/>
                <a:cs typeface="+mn-cs"/>
              </a:rPr>
              <a:t> the first lesson:</a:t>
            </a:r>
            <a:r>
              <a:rPr lang="en-GB" sz="1200" b="0" kern="1200" baseline="0">
                <a:solidFill>
                  <a:schemeClr val="tx1"/>
                </a:solidFill>
                <a:effectLst/>
                <a:latin typeface="+mn-lt"/>
                <a:ea typeface="+mn-ea"/>
                <a:cs typeface="+mn-cs"/>
              </a:rPr>
              <a:t> do the </a:t>
            </a:r>
            <a:r>
              <a:rPr lang="en-GB" sz="1200" b="0" i="1" kern="1200" baseline="0">
                <a:solidFill>
                  <a:schemeClr val="tx1"/>
                </a:solidFill>
                <a:effectLst/>
                <a:latin typeface="+mn-lt"/>
                <a:ea typeface="+mn-ea"/>
                <a:cs typeface="+mn-cs"/>
              </a:rPr>
              <a:t>What did you think?</a:t>
            </a:r>
            <a:r>
              <a:rPr lang="en-GB" sz="1200" b="0" i="0" kern="1200" baseline="0">
                <a:solidFill>
                  <a:schemeClr val="tx1"/>
                </a:solidFill>
                <a:effectLst/>
                <a:latin typeface="+mn-lt"/>
                <a:ea typeface="+mn-ea"/>
                <a:cs typeface="+mn-cs"/>
              </a:rPr>
              <a:t> slide instead</a:t>
            </a:r>
            <a:endParaRPr lang="en-US" sz="1200" kern="1200">
              <a:solidFill>
                <a:schemeClr val="tx1"/>
              </a:solidFill>
              <a:effectLst/>
              <a:latin typeface="+mn-lt"/>
              <a:ea typeface="+mn-ea"/>
              <a:cs typeface="+mn-cs"/>
            </a:endParaRPr>
          </a:p>
          <a:p>
            <a:endParaRPr lang="en-US"/>
          </a:p>
        </p:txBody>
      </p:sp>
      <p:sp>
        <p:nvSpPr>
          <p:cNvPr id="4" name="Slide Number Placeholder 3"/>
          <p:cNvSpPr>
            <a:spLocks noGrp="1"/>
          </p:cNvSpPr>
          <p:nvPr>
            <p:ph type="sldNum" sz="quarter" idx="10"/>
          </p:nvPr>
        </p:nvSpPr>
        <p:spPr/>
        <p:txBody>
          <a:bodyPr/>
          <a:lstStyle/>
          <a:p>
            <a:fld id="{A5C7F705-F937-46CB-A48B-0D9E19179A36}" type="slidenum">
              <a:rPr lang="en-GB" smtClean="0"/>
              <a:t>8</a:t>
            </a:fld>
            <a:endParaRPr lang="en-GB"/>
          </a:p>
        </p:txBody>
      </p:sp>
    </p:spTree>
    <p:extLst>
      <p:ext uri="{BB962C8B-B14F-4D97-AF65-F5344CB8AC3E}">
        <p14:creationId xmlns:p14="http://schemas.microsoft.com/office/powerpoint/2010/main" val="12449778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Tell Ss to download the Chat</a:t>
            </a:r>
          </a:p>
          <a:p>
            <a:r>
              <a:rPr lang="en-GB"/>
              <a:t>Remind them to go to the </a:t>
            </a:r>
            <a:r>
              <a:rPr lang="en-GB" b="1"/>
              <a:t>lesson page of the student website </a:t>
            </a:r>
            <a:r>
              <a:rPr lang="en-GB"/>
              <a:t>later to download a pdf of these annotated materials</a:t>
            </a:r>
          </a:p>
          <a:p>
            <a:endParaRPr lang="en-GB"/>
          </a:p>
        </p:txBody>
      </p:sp>
      <p:sp>
        <p:nvSpPr>
          <p:cNvPr id="4" name="Slide Number Placeholder 3"/>
          <p:cNvSpPr>
            <a:spLocks noGrp="1"/>
          </p:cNvSpPr>
          <p:nvPr>
            <p:ph type="sldNum" sz="quarter" idx="5"/>
          </p:nvPr>
        </p:nvSpPr>
        <p:spPr/>
        <p:txBody>
          <a:bodyPr/>
          <a:lstStyle/>
          <a:p>
            <a:fld id="{A5C7F705-F937-46CB-A48B-0D9E19179A36}" type="slidenum">
              <a:rPr lang="en-GB" smtClean="0"/>
              <a:t>9</a:t>
            </a:fld>
            <a:endParaRPr lang="en-GB"/>
          </a:p>
        </p:txBody>
      </p:sp>
    </p:spTree>
    <p:extLst>
      <p:ext uri="{BB962C8B-B14F-4D97-AF65-F5344CB8AC3E}">
        <p14:creationId xmlns:p14="http://schemas.microsoft.com/office/powerpoint/2010/main" val="34148323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Take the screenshot from the student website</a:t>
            </a:r>
          </a:p>
          <a:p>
            <a:endParaRPr lang="en-GB"/>
          </a:p>
          <a:p>
            <a:r>
              <a:rPr lang="en-GB"/>
              <a:t>Teacher reminds the students of the progress task. It is unlocked after 15 mins of the class’s finishing time. Upsell the optional assessments and private lessons.</a:t>
            </a:r>
          </a:p>
          <a:p>
            <a:endParaRPr lang="en-GB"/>
          </a:p>
          <a:p>
            <a:r>
              <a:rPr lang="en-GB"/>
              <a:t>Set up Sharing session</a:t>
            </a:r>
          </a:p>
        </p:txBody>
      </p:sp>
      <p:sp>
        <p:nvSpPr>
          <p:cNvPr id="4" name="Slide Number Placeholder 3"/>
          <p:cNvSpPr>
            <a:spLocks noGrp="1"/>
          </p:cNvSpPr>
          <p:nvPr>
            <p:ph type="sldNum" sz="quarter" idx="5"/>
          </p:nvPr>
        </p:nvSpPr>
        <p:spPr/>
        <p:txBody>
          <a:bodyPr/>
          <a:lstStyle/>
          <a:p>
            <a:fld id="{A5C7F705-F937-46CB-A48B-0D9E19179A36}" type="slidenum">
              <a:rPr lang="en-GB" smtClean="0"/>
              <a:t>10</a:t>
            </a:fld>
            <a:endParaRPr lang="en-GB"/>
          </a:p>
        </p:txBody>
      </p:sp>
    </p:spTree>
    <p:extLst>
      <p:ext uri="{BB962C8B-B14F-4D97-AF65-F5344CB8AC3E}">
        <p14:creationId xmlns:p14="http://schemas.microsoft.com/office/powerpoint/2010/main" val="2279733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(insert after What’s next slide)</a:t>
            </a:r>
          </a:p>
          <a:p>
            <a:r>
              <a:rPr lang="en-GB" b="1" dirty="0"/>
              <a:t>Important: </a:t>
            </a:r>
            <a:endParaRPr lang="en-US" b="1" dirty="0">
              <a:cs typeface="Calibri"/>
            </a:endParaRPr>
          </a:p>
          <a:p>
            <a:pPr marL="171450" indent="-171450">
              <a:buFont typeface="Arial,Sans-Serif"/>
              <a:buChar char="•"/>
            </a:pPr>
            <a:r>
              <a:rPr lang="en-GB" dirty="0"/>
              <a:t>Do </a:t>
            </a:r>
            <a:r>
              <a:rPr lang="en-GB" u="sng" dirty="0"/>
              <a:t>not</a:t>
            </a:r>
            <a:r>
              <a:rPr lang="en-GB" dirty="0"/>
              <a:t> ask Ss if they want to attend. Choose the first student in the ‘Participants’ list and make them the host. </a:t>
            </a:r>
            <a:endParaRPr lang="en-US" dirty="0"/>
          </a:p>
          <a:p>
            <a:pPr marL="171450" indent="-171450">
              <a:buFont typeface="Arial,Sans-Serif"/>
              <a:buChar char="•"/>
            </a:pPr>
            <a:r>
              <a:rPr lang="en-GB" dirty="0"/>
              <a:t>Snip (use the Zoom chat screenshot tool) and share this 'After class speaking' session slide in the chat.</a:t>
            </a:r>
            <a:endParaRPr lang="en-US" dirty="0"/>
          </a:p>
          <a:p>
            <a:pPr marL="171450" indent="-171450">
              <a:buFont typeface="Arial,Sans-Serif"/>
              <a:buChar char="•"/>
            </a:pPr>
            <a:r>
              <a:rPr lang="en-GB" b="1" dirty="0"/>
              <a:t>Don't ask students to take screenshots!</a:t>
            </a:r>
            <a:endParaRPr lang="en-US" dirty="0"/>
          </a:p>
          <a:p>
            <a:pPr marL="171450" indent="-171450">
              <a:buFont typeface="Arial,Sans-Serif"/>
              <a:buChar char="•"/>
            </a:pPr>
            <a:r>
              <a:rPr lang="en-GB" dirty="0"/>
              <a:t>Tell them to enjoy the chat then click ‘Leave’ to leave the class and the students to start their conversation.</a:t>
            </a:r>
            <a:endParaRPr lang="en-US" dirty="0"/>
          </a:p>
          <a:p>
            <a:pPr marL="171450" indent="-171450">
              <a:buFont typeface="Arial,Sans-Serif"/>
              <a:buChar char="•"/>
            </a:pPr>
            <a:r>
              <a:rPr lang="en-GB" dirty="0"/>
              <a:t>If you cannot snip and share, paste the </a:t>
            </a:r>
            <a:r>
              <a:rPr lang="en-GB" b="1" dirty="0"/>
              <a:t>questions </a:t>
            </a:r>
            <a:r>
              <a:rPr lang="en-GB" dirty="0"/>
              <a:t>and the </a:t>
            </a:r>
            <a:r>
              <a:rPr lang="en-GB" b="1" dirty="0"/>
              <a:t>Dos </a:t>
            </a:r>
            <a:r>
              <a:rPr lang="en-GB" dirty="0"/>
              <a:t>and </a:t>
            </a:r>
            <a:r>
              <a:rPr lang="en-GB" b="1" dirty="0"/>
              <a:t>Don'ts </a:t>
            </a:r>
            <a:r>
              <a:rPr lang="en-GB" dirty="0"/>
              <a:t>into the Chat.</a:t>
            </a:r>
          </a:p>
          <a:p>
            <a:pPr>
              <a:spcBef>
                <a:spcPts val="600"/>
              </a:spcBef>
              <a:spcAft>
                <a:spcPts val="600"/>
              </a:spcAft>
            </a:pPr>
            <a:endParaRPr lang="en-IN" dirty="0"/>
          </a:p>
          <a:p>
            <a:pPr>
              <a:spcBef>
                <a:spcPts val="300"/>
              </a:spcBef>
              <a:spcAft>
                <a:spcPts val="300"/>
              </a:spcAft>
            </a:pPr>
            <a:r>
              <a:rPr lang="en-US" b="1" dirty="0"/>
              <a:t>Dos</a:t>
            </a:r>
            <a:endParaRPr lang="en-US" dirty="0"/>
          </a:p>
          <a:p>
            <a:pPr marL="342900" indent="-342900">
              <a:spcBef>
                <a:spcPts val="300"/>
              </a:spcBef>
              <a:spcAft>
                <a:spcPts val="300"/>
              </a:spcAft>
              <a:buFont typeface="Wingdings,Sans-Serif"/>
              <a:buChar char="ü"/>
            </a:pPr>
            <a:r>
              <a:rPr lang="en-GB" dirty="0"/>
              <a:t>Treat everyone with respect</a:t>
            </a:r>
            <a:endParaRPr lang="en-US" dirty="0"/>
          </a:p>
          <a:p>
            <a:pPr marL="342900" indent="-342900">
              <a:spcBef>
                <a:spcPts val="300"/>
              </a:spcBef>
              <a:spcAft>
                <a:spcPts val="300"/>
              </a:spcAft>
              <a:buFont typeface="Wingdings,Sans-Serif"/>
              <a:buChar char="ü"/>
            </a:pPr>
            <a:r>
              <a:rPr lang="en-GB" dirty="0"/>
              <a:t>Keep your camera on and participate</a:t>
            </a:r>
            <a:endParaRPr lang="en-US" dirty="0"/>
          </a:p>
          <a:p>
            <a:pPr marL="342900" indent="-342900">
              <a:spcBef>
                <a:spcPts val="300"/>
              </a:spcBef>
              <a:spcAft>
                <a:spcPts val="300"/>
              </a:spcAft>
              <a:buFont typeface="Wingdings,Sans-Serif"/>
              <a:buChar char="ü"/>
            </a:pPr>
            <a:r>
              <a:rPr lang="en-GB" dirty="0"/>
              <a:t>Let others share ideas too</a:t>
            </a:r>
            <a:endParaRPr lang="en-US" dirty="0"/>
          </a:p>
          <a:p>
            <a:pPr marL="342900" indent="-342900">
              <a:spcBef>
                <a:spcPts val="300"/>
              </a:spcBef>
              <a:spcAft>
                <a:spcPts val="300"/>
              </a:spcAft>
              <a:buFont typeface="Wingdings,Sans-Serif"/>
              <a:buChar char="ü"/>
            </a:pPr>
            <a:r>
              <a:rPr lang="en-IN" dirty="0"/>
              <a:t>Listen to everyone</a:t>
            </a:r>
            <a:endParaRPr lang="en-US" dirty="0"/>
          </a:p>
          <a:p>
            <a:pPr marL="342900" indent="-342900">
              <a:spcBef>
                <a:spcPts val="300"/>
              </a:spcBef>
              <a:spcAft>
                <a:spcPts val="300"/>
              </a:spcAft>
              <a:buFont typeface="Wingdings,Sans-Serif"/>
              <a:buChar char="ü"/>
            </a:pPr>
            <a:r>
              <a:rPr lang="en-IN" dirty="0"/>
              <a:t>Click ‘Leave’ if you cannot stay back</a:t>
            </a:r>
            <a:endParaRPr lang="en-US" dirty="0"/>
          </a:p>
          <a:p>
            <a:pPr>
              <a:spcBef>
                <a:spcPts val="300"/>
              </a:spcBef>
              <a:spcAft>
                <a:spcPts val="300"/>
              </a:spcAft>
            </a:pPr>
            <a:r>
              <a:rPr lang="en-GB" b="1" dirty="0"/>
              <a:t>Don’ts</a:t>
            </a:r>
            <a:endParaRPr lang="en-US" dirty="0"/>
          </a:p>
          <a:p>
            <a:pPr marL="342900" indent="-342900">
              <a:spcBef>
                <a:spcPts val="300"/>
              </a:spcBef>
              <a:spcAft>
                <a:spcPts val="300"/>
              </a:spcAft>
              <a:buFont typeface="Wingdings,Sans-Serif"/>
              <a:buChar char="û"/>
            </a:pPr>
            <a:r>
              <a:rPr lang="en-GB" dirty="0"/>
              <a:t>Don’t take pictures or record</a:t>
            </a:r>
            <a:endParaRPr lang="en-US" dirty="0"/>
          </a:p>
          <a:p>
            <a:pPr marL="342900" indent="-342900">
              <a:spcBef>
                <a:spcPts val="300"/>
              </a:spcBef>
              <a:spcAft>
                <a:spcPts val="300"/>
              </a:spcAft>
              <a:buFont typeface="Wingdings,Sans-Serif"/>
              <a:buChar char="û"/>
            </a:pPr>
            <a:r>
              <a:rPr lang="en-GB" dirty="0"/>
              <a:t>Don’t share personal details</a:t>
            </a:r>
            <a:endParaRPr lang="en-US" dirty="0"/>
          </a:p>
          <a:p>
            <a:pPr marL="342900" indent="-342900">
              <a:spcBef>
                <a:spcPts val="300"/>
              </a:spcBef>
              <a:spcAft>
                <a:spcPts val="300"/>
              </a:spcAft>
              <a:buFont typeface="Wingdings,Sans-Serif"/>
              <a:buChar char="û"/>
            </a:pPr>
            <a:r>
              <a:rPr lang="en-GB" dirty="0"/>
              <a:t>Don’t let your children be visible onscreen</a:t>
            </a:r>
            <a:endParaRPr lang="en-US" dirty="0"/>
          </a:p>
          <a:p>
            <a:pPr marL="342900" indent="-342900">
              <a:spcBef>
                <a:spcPts val="300"/>
              </a:spcBef>
              <a:spcAft>
                <a:spcPts val="300"/>
              </a:spcAft>
              <a:buFont typeface="Wingdings,Sans-Serif"/>
              <a:buChar char="û"/>
            </a:pPr>
            <a:endParaRPr lang="en-GB" dirty="0"/>
          </a:p>
          <a:p>
            <a:pPr>
              <a:spcBef>
                <a:spcPts val="600"/>
              </a:spcBef>
              <a:spcAft>
                <a:spcPts val="600"/>
              </a:spcAft>
            </a:pPr>
            <a:r>
              <a:rPr lang="en-IN" b="1" dirty="0"/>
              <a:t>You can talk about any topic that interests you!</a:t>
            </a:r>
            <a:endParaRPr lang="en-US" dirty="0"/>
          </a:p>
          <a:p>
            <a:pPr>
              <a:spcBef>
                <a:spcPts val="600"/>
              </a:spcBef>
              <a:spcAft>
                <a:spcPts val="600"/>
              </a:spcAft>
            </a:pPr>
            <a:r>
              <a:rPr lang="en-IN" b="1" dirty="0"/>
              <a:t>Use these questions as a guide, if needed.</a:t>
            </a:r>
            <a:endParaRPr lang="en-US" dirty="0"/>
          </a:p>
          <a:p>
            <a:endParaRPr lang="en-GB" dirty="0">
              <a:cs typeface="Calibri"/>
            </a:endParaRPr>
          </a:p>
          <a:p>
            <a:endParaRPr lang="en-GB" dirty="0"/>
          </a:p>
          <a:p>
            <a:r>
              <a:rPr lang="en-GB" b="1" dirty="0"/>
              <a:t>Questions: </a:t>
            </a:r>
          </a:p>
          <a:p>
            <a:pPr marL="342900" indent="-342900">
              <a:buClr>
                <a:schemeClr val="accent1"/>
              </a:buClr>
              <a:buFont typeface="Wingdings" panose="05000000000000000000" pitchFamily="2" charset="2"/>
              <a:buChar char="Ø"/>
            </a:pPr>
            <a:r>
              <a:rPr lang="en-GB" sz="1200" b="0" dirty="0">
                <a:solidFill>
                  <a:srgbClr val="000000"/>
                </a:solidFill>
                <a:cs typeface="Arial"/>
              </a:rPr>
              <a:t>What's the longest book you've ever read?</a:t>
            </a:r>
          </a:p>
          <a:p>
            <a:pPr marL="342900" indent="-342900">
              <a:buClr>
                <a:schemeClr val="accent1"/>
              </a:buClr>
              <a:buFont typeface="Wingdings" panose="05000000000000000000" pitchFamily="2" charset="2"/>
              <a:buChar char="Ø"/>
            </a:pPr>
            <a:r>
              <a:rPr lang="en-GB" sz="1200" b="0" dirty="0">
                <a:solidFill>
                  <a:srgbClr val="000000"/>
                </a:solidFill>
                <a:cs typeface="Arial"/>
              </a:rPr>
              <a:t>Have you ever been to a book signing or met an author?</a:t>
            </a:r>
          </a:p>
          <a:p>
            <a:pPr marL="342900" indent="-342900">
              <a:buClr>
                <a:schemeClr val="accent1"/>
              </a:buClr>
              <a:buFont typeface="Wingdings" panose="05000000000000000000" pitchFamily="2" charset="2"/>
              <a:buChar char="Ø"/>
            </a:pPr>
            <a:r>
              <a:rPr lang="en-GB" sz="1200" b="0" dirty="0">
                <a:solidFill>
                  <a:srgbClr val="000000"/>
                </a:solidFill>
                <a:cs typeface="Arial"/>
              </a:rPr>
              <a:t>Do you have any ideas for a story for you to write?</a:t>
            </a:r>
          </a:p>
          <a:p>
            <a:pPr marL="342900" indent="-342900">
              <a:buClr>
                <a:schemeClr val="accent1"/>
              </a:buClr>
              <a:buFont typeface="Wingdings" panose="05000000000000000000" pitchFamily="2" charset="2"/>
              <a:buChar char="Ø"/>
            </a:pPr>
            <a:r>
              <a:rPr lang="en-GB" sz="1200" b="0" dirty="0">
                <a:solidFill>
                  <a:srgbClr val="000000"/>
                </a:solidFill>
                <a:cs typeface="Arial"/>
              </a:rPr>
              <a:t>Were you ever given a bad book recommendation?</a:t>
            </a:r>
          </a:p>
          <a:p>
            <a:pPr marL="342900" indent="-342900">
              <a:buClr>
                <a:schemeClr val="accent1"/>
              </a:buClr>
              <a:buFont typeface="Wingdings" panose="05000000000000000000" pitchFamily="2" charset="2"/>
              <a:buChar char="Ø"/>
            </a:pPr>
            <a:r>
              <a:rPr lang="en-GB" sz="1200" b="0" dirty="0">
                <a:solidFill>
                  <a:srgbClr val="000000"/>
                </a:solidFill>
                <a:cs typeface="Arial"/>
              </a:rPr>
              <a:t>Do you watch movies that are based on books? Why/why not?</a:t>
            </a:r>
          </a:p>
          <a:p>
            <a:pPr marL="342900" indent="-342900">
              <a:buClr>
                <a:schemeClr val="accent1"/>
              </a:buClr>
              <a:buFont typeface="Wingdings" panose="05000000000000000000" pitchFamily="2" charset="2"/>
              <a:buChar char="Ø"/>
            </a:pPr>
            <a:r>
              <a:rPr lang="en-GB" sz="1200" b="0">
                <a:solidFill>
                  <a:srgbClr val="000000"/>
                </a:solidFill>
                <a:cs typeface="Arial"/>
              </a:rPr>
              <a:t>Who's the most famous writer from your country?</a:t>
            </a:r>
          </a:p>
          <a:p>
            <a:endParaRPr lang="en-GB" b="1" dirty="0">
              <a:cs typeface="Calibr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5C7F705-F937-46CB-A48B-0D9E19179A36}"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632417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plain">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62D97EA1-AD23-CF4B-BAE0-6C1F7F31A7C1}"/>
              </a:ext>
            </a:extLst>
          </p:cNvPr>
          <p:cNvPicPr>
            <a:picLocks noChangeAspect="1"/>
          </p:cNvPicPr>
          <p:nvPr userDrawn="1"/>
        </p:nvPicPr>
        <p:blipFill>
          <a:blip r:embed="rId2"/>
          <a:stretch>
            <a:fillRect/>
          </a:stretch>
        </p:blipFill>
        <p:spPr>
          <a:xfrm>
            <a:off x="0" y="-1"/>
            <a:ext cx="12192000" cy="6871591"/>
          </a:xfrm>
          <a:prstGeom prst="rect">
            <a:avLst/>
          </a:prstGeom>
        </p:spPr>
      </p:pic>
      <p:sp>
        <p:nvSpPr>
          <p:cNvPr id="2" name="Title 1">
            <a:extLst>
              <a:ext uri="{FF2B5EF4-FFF2-40B4-BE49-F238E27FC236}">
                <a16:creationId xmlns:a16="http://schemas.microsoft.com/office/drawing/2014/main" id="{85037B7A-11A2-5243-9AEE-21A4452498F0}"/>
              </a:ext>
            </a:extLst>
          </p:cNvPr>
          <p:cNvSpPr>
            <a:spLocks noGrp="1"/>
          </p:cNvSpPr>
          <p:nvPr>
            <p:ph type="ctrTitle"/>
          </p:nvPr>
        </p:nvSpPr>
        <p:spPr>
          <a:xfrm>
            <a:off x="3382408" y="1684039"/>
            <a:ext cx="6876000" cy="1440000"/>
          </a:xfrm>
        </p:spPr>
        <p:txBody>
          <a:bodyPr anchor="t" anchorCtr="0"/>
          <a:lstStyle>
            <a:lvl1pPr algn="l">
              <a:lnSpc>
                <a:spcPct val="100000"/>
              </a:lnSpc>
              <a:defRPr sz="4800">
                <a:solidFill>
                  <a:schemeClr val="bg2"/>
                </a:solidFill>
              </a:defRPr>
            </a:lvl1pPr>
          </a:lstStyle>
          <a:p>
            <a:r>
              <a:rPr lang="en-GB"/>
              <a:t>Click to edit Master title style</a:t>
            </a:r>
            <a:endParaRPr lang="en-US"/>
          </a:p>
        </p:txBody>
      </p:sp>
      <p:sp>
        <p:nvSpPr>
          <p:cNvPr id="11" name="Text Placeholder 10">
            <a:extLst>
              <a:ext uri="{FF2B5EF4-FFF2-40B4-BE49-F238E27FC236}">
                <a16:creationId xmlns:a16="http://schemas.microsoft.com/office/drawing/2014/main" id="{77DA8F83-4B3E-8A42-815F-9B018CE19511}"/>
              </a:ext>
            </a:extLst>
          </p:cNvPr>
          <p:cNvSpPr>
            <a:spLocks noGrp="1"/>
          </p:cNvSpPr>
          <p:nvPr>
            <p:ph type="body" sz="quarter" idx="13"/>
          </p:nvPr>
        </p:nvSpPr>
        <p:spPr>
          <a:xfrm>
            <a:off x="3382408" y="4682079"/>
            <a:ext cx="4082261" cy="1235144"/>
          </a:xfrm>
        </p:spPr>
        <p:txBody>
          <a:bodyPr anchor="t" anchorCtr="0"/>
          <a:lstStyle>
            <a:lvl1pPr>
              <a:spcBef>
                <a:spcPts val="0"/>
              </a:spcBef>
              <a:defRPr sz="1800" b="0">
                <a:solidFill>
                  <a:schemeClr val="bg2"/>
                </a:solidFill>
              </a:defRPr>
            </a:lvl1pPr>
          </a:lstStyle>
          <a:p>
            <a:pPr lvl="0"/>
            <a:r>
              <a:rPr lang="en-GB"/>
              <a:t>Click to edit Master text styles</a:t>
            </a:r>
          </a:p>
        </p:txBody>
      </p:sp>
    </p:spTree>
    <p:extLst>
      <p:ext uri="{BB962C8B-B14F-4D97-AF65-F5344CB8AC3E}">
        <p14:creationId xmlns:p14="http://schemas.microsoft.com/office/powerpoint/2010/main" val="3793448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GB" b="1">
                <a:cs typeface="British Council Sans" panose="020B0504020202020204" pitchFamily="34" charset="0"/>
              </a:rPr>
              <a:t>English Online </a:t>
            </a:r>
            <a:r>
              <a:rPr lang="en-GB"/>
              <a:t>|  </a:t>
            </a:r>
            <a:r>
              <a:rPr lang="en-GB" err="1"/>
              <a:t>www.britishcouncil.org</a:t>
            </a:r>
            <a:endParaRPr lang="en-GB"/>
          </a:p>
        </p:txBody>
      </p:sp>
      <p:sp>
        <p:nvSpPr>
          <p:cNvPr id="5" name="Slide Number Placeholder 4"/>
          <p:cNvSpPr>
            <a:spLocks noGrp="1"/>
          </p:cNvSpPr>
          <p:nvPr>
            <p:ph type="sldNum" sz="quarter" idx="12"/>
          </p:nvPr>
        </p:nvSpPr>
        <p:spPr/>
        <p:txBody>
          <a:bodyPr/>
          <a:lstStyle/>
          <a:p>
            <a:fld id="{A36854FA-307F-854E-96D4-DE585DB24BD3}" type="slidenum">
              <a:rPr lang="en-GB" noProof="0" smtClean="0"/>
              <a:t>‹#›</a:t>
            </a:fld>
            <a:endParaRPr lang="en-GB" noProof="0"/>
          </a:p>
        </p:txBody>
      </p:sp>
    </p:spTree>
    <p:extLst>
      <p:ext uri="{BB962C8B-B14F-4D97-AF65-F5344CB8AC3E}">
        <p14:creationId xmlns:p14="http://schemas.microsoft.com/office/powerpoint/2010/main" val="2037743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48000" y="504000"/>
            <a:ext cx="10944000" cy="792000"/>
          </a:xfrm>
        </p:spPr>
        <p:txBody>
          <a:bodyPr/>
          <a:lstStyle/>
          <a:p>
            <a:r>
              <a:rPr lang="en-GB" noProof="0"/>
              <a:t>Click</a:t>
            </a:r>
            <a:r>
              <a:rPr lang="en-US"/>
              <a:t> to edit Master title style</a:t>
            </a:r>
          </a:p>
        </p:txBody>
      </p:sp>
      <p:sp>
        <p:nvSpPr>
          <p:cNvPr id="3" name="Content Placeholder 2"/>
          <p:cNvSpPr>
            <a:spLocks noGrp="1"/>
          </p:cNvSpPr>
          <p:nvPr>
            <p:ph idx="1" hasCustomPrompt="1"/>
          </p:nvPr>
        </p:nvSpPr>
        <p:spPr/>
        <p:txBody>
          <a:bodyPr/>
          <a:lstStyle/>
          <a:p>
            <a:pPr lvl="0"/>
            <a:r>
              <a:rPr lang="en-GB" noProof="0"/>
              <a:t>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5" name="Footer Placeholder 4"/>
          <p:cNvSpPr>
            <a:spLocks noGrp="1"/>
          </p:cNvSpPr>
          <p:nvPr>
            <p:ph type="ftr" sz="quarter" idx="11"/>
          </p:nvPr>
        </p:nvSpPr>
        <p:spPr/>
        <p:txBody>
          <a:bodyPr/>
          <a:lstStyle/>
          <a:p>
            <a:r>
              <a:rPr lang="en-GB" b="1">
                <a:cs typeface="British Council Sans" panose="020B0504020202020204" pitchFamily="34" charset="0"/>
              </a:rPr>
              <a:t>English Online </a:t>
            </a:r>
            <a:r>
              <a:rPr lang="en-GB"/>
              <a:t>|  </a:t>
            </a:r>
            <a:r>
              <a:rPr lang="en-GB" err="1"/>
              <a:t>www.britishcouncil.org</a:t>
            </a:r>
            <a:endParaRPr lang="en-GB"/>
          </a:p>
        </p:txBody>
      </p:sp>
      <p:sp>
        <p:nvSpPr>
          <p:cNvPr id="6" name="Slide Number Placeholder 5"/>
          <p:cNvSpPr>
            <a:spLocks noGrp="1"/>
          </p:cNvSpPr>
          <p:nvPr>
            <p:ph type="sldNum" sz="quarter" idx="12"/>
          </p:nvPr>
        </p:nvSpPr>
        <p:spPr/>
        <p:txBody>
          <a:bodyPr/>
          <a:lstStyle/>
          <a:p>
            <a:fld id="{A36854FA-307F-854E-96D4-DE585DB24BD3}" type="slidenum">
              <a:rPr lang="en-GB" noProof="0" smtClean="0"/>
              <a:t>‹#›</a:t>
            </a:fld>
            <a:endParaRPr lang="en-GB" noProof="0"/>
          </a:p>
        </p:txBody>
      </p:sp>
    </p:spTree>
    <p:extLst>
      <p:ext uri="{BB962C8B-B14F-4D97-AF65-F5344CB8AC3E}">
        <p14:creationId xmlns:p14="http://schemas.microsoft.com/office/powerpoint/2010/main" val="2074470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columns">
    <p:spTree>
      <p:nvGrpSpPr>
        <p:cNvPr id="1" name=""/>
        <p:cNvGrpSpPr/>
        <p:nvPr/>
      </p:nvGrpSpPr>
      <p:grpSpPr>
        <a:xfrm>
          <a:off x="0" y="0"/>
          <a:ext cx="0" cy="0"/>
          <a:chOff x="0" y="0"/>
          <a:chExt cx="0" cy="0"/>
        </a:xfrm>
      </p:grpSpPr>
      <p:sp>
        <p:nvSpPr>
          <p:cNvPr id="2" name="Title 1"/>
          <p:cNvSpPr>
            <a:spLocks noGrp="1"/>
          </p:cNvSpPr>
          <p:nvPr>
            <p:ph type="title"/>
          </p:nvPr>
        </p:nvSpPr>
        <p:spPr>
          <a:xfrm>
            <a:off x="648000" y="504000"/>
            <a:ext cx="10944000" cy="792000"/>
          </a:xfrm>
        </p:spPr>
        <p:txBody>
          <a:bodyPr/>
          <a:lstStyle/>
          <a:p>
            <a:r>
              <a:rPr lang="en-GB" noProof="0"/>
              <a:t>Click to edit Master title style</a:t>
            </a:r>
          </a:p>
        </p:txBody>
      </p:sp>
      <p:sp>
        <p:nvSpPr>
          <p:cNvPr id="3" name="Content Placeholder 2"/>
          <p:cNvSpPr>
            <a:spLocks noGrp="1"/>
          </p:cNvSpPr>
          <p:nvPr>
            <p:ph sz="half" idx="1"/>
          </p:nvPr>
        </p:nvSpPr>
        <p:spPr>
          <a:xfrm>
            <a:off x="648000" y="1512000"/>
            <a:ext cx="5328000" cy="4500000"/>
          </a:xfrm>
        </p:spPr>
        <p:txBody>
          <a:bodyPr/>
          <a:lstStyle/>
          <a:p>
            <a:pPr lvl="0"/>
            <a:r>
              <a:rPr lang="en-US"/>
              <a:t>Edit Master text styles</a:t>
            </a:r>
          </a:p>
          <a:p>
            <a:pPr lvl="1"/>
            <a:r>
              <a:rPr lang="en-US"/>
              <a:t>Second level</a:t>
            </a:r>
          </a:p>
          <a:p>
            <a:pPr lvl="2"/>
            <a:r>
              <a:rPr lang="en-US"/>
              <a:t>Third </a:t>
            </a:r>
            <a:r>
              <a:rPr lang="en-GB" noProof="0"/>
              <a:t>level</a:t>
            </a:r>
          </a:p>
          <a:p>
            <a:pPr lvl="3"/>
            <a:r>
              <a:rPr lang="en-US"/>
              <a:t>Fourth level</a:t>
            </a:r>
          </a:p>
          <a:p>
            <a:pPr lvl="4"/>
            <a:r>
              <a:rPr lang="en-US"/>
              <a:t>Fifth level</a:t>
            </a:r>
          </a:p>
        </p:txBody>
      </p:sp>
      <p:sp>
        <p:nvSpPr>
          <p:cNvPr id="4" name="Content Placeholder 3"/>
          <p:cNvSpPr>
            <a:spLocks noGrp="1"/>
          </p:cNvSpPr>
          <p:nvPr>
            <p:ph sz="half" idx="2"/>
          </p:nvPr>
        </p:nvSpPr>
        <p:spPr>
          <a:xfrm>
            <a:off x="6264000" y="1512000"/>
            <a:ext cx="5328000" cy="4500000"/>
          </a:xfrm>
        </p:spPr>
        <p:txBody>
          <a:bodyPr/>
          <a:lstStyle/>
          <a:p>
            <a:pPr lvl="0"/>
            <a:r>
              <a:rPr lang="en-US"/>
              <a:t>Edit Master text styles</a:t>
            </a:r>
          </a:p>
          <a:p>
            <a:pPr lvl="1"/>
            <a:r>
              <a:rPr lang="en-US"/>
              <a:t>Second </a:t>
            </a:r>
            <a:r>
              <a:rPr lang="en-GB" noProof="0"/>
              <a:t>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b="1">
                <a:cs typeface="British Council Sans" panose="020B0504020202020204" pitchFamily="34" charset="0"/>
              </a:rPr>
              <a:t>English Online </a:t>
            </a:r>
            <a:r>
              <a:rPr lang="en-US"/>
              <a:t>|  </a:t>
            </a:r>
            <a:r>
              <a:rPr lang="en-US" err="1"/>
              <a:t>www.britishcouncil.org</a:t>
            </a:r>
            <a:endParaRPr lang="en-US"/>
          </a:p>
        </p:txBody>
      </p:sp>
      <p:sp>
        <p:nvSpPr>
          <p:cNvPr id="7" name="Slide Number Placeholder 6"/>
          <p:cNvSpPr>
            <a:spLocks noGrp="1"/>
          </p:cNvSpPr>
          <p:nvPr>
            <p:ph type="sldNum" sz="quarter" idx="12"/>
          </p:nvPr>
        </p:nvSpPr>
        <p:spPr/>
        <p:txBody>
          <a:bodyPr/>
          <a:lstStyle/>
          <a:p>
            <a:fld id="{A36854FA-307F-854E-96D4-DE585DB24BD3}" type="slidenum">
              <a:rPr lang="en-GB" noProof="0" smtClean="0"/>
              <a:t>‹#›</a:t>
            </a:fld>
            <a:endParaRPr lang="en-GB" noProof="0"/>
          </a:p>
        </p:txBody>
      </p:sp>
    </p:spTree>
    <p:extLst>
      <p:ext uri="{BB962C8B-B14F-4D97-AF65-F5344CB8AC3E}">
        <p14:creationId xmlns:p14="http://schemas.microsoft.com/office/powerpoint/2010/main" val="33508955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 column - left">
    <p:spTree>
      <p:nvGrpSpPr>
        <p:cNvPr id="1" name=""/>
        <p:cNvGrpSpPr/>
        <p:nvPr/>
      </p:nvGrpSpPr>
      <p:grpSpPr>
        <a:xfrm>
          <a:off x="0" y="0"/>
          <a:ext cx="0" cy="0"/>
          <a:chOff x="0" y="0"/>
          <a:chExt cx="0" cy="0"/>
        </a:xfrm>
      </p:grpSpPr>
      <p:sp>
        <p:nvSpPr>
          <p:cNvPr id="2" name="Title 1"/>
          <p:cNvSpPr>
            <a:spLocks noGrp="1"/>
          </p:cNvSpPr>
          <p:nvPr>
            <p:ph type="title"/>
          </p:nvPr>
        </p:nvSpPr>
        <p:spPr>
          <a:xfrm>
            <a:off x="648000" y="504000"/>
            <a:ext cx="10944000" cy="792000"/>
          </a:xfrm>
        </p:spPr>
        <p:txBody>
          <a:bodyPr/>
          <a:lstStyle/>
          <a:p>
            <a:r>
              <a:rPr lang="en-US"/>
              <a:t>Click </a:t>
            </a:r>
            <a:r>
              <a:rPr lang="en-GB" noProof="0"/>
              <a:t>to</a:t>
            </a:r>
            <a:r>
              <a:rPr lang="en-US"/>
              <a:t> edit Master title style</a:t>
            </a:r>
          </a:p>
        </p:txBody>
      </p:sp>
      <p:sp>
        <p:nvSpPr>
          <p:cNvPr id="3" name="Content Placeholder 2"/>
          <p:cNvSpPr>
            <a:spLocks noGrp="1"/>
          </p:cNvSpPr>
          <p:nvPr>
            <p:ph sz="half" idx="1"/>
          </p:nvPr>
        </p:nvSpPr>
        <p:spPr>
          <a:xfrm>
            <a:off x="648000" y="1512000"/>
            <a:ext cx="5328000" cy="450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GB" b="1">
                <a:cs typeface="British Council Sans" panose="020B0504020202020204" pitchFamily="34" charset="0"/>
              </a:rPr>
              <a:t>English Online </a:t>
            </a:r>
            <a:r>
              <a:rPr lang="en-GB"/>
              <a:t>|  </a:t>
            </a:r>
            <a:r>
              <a:rPr lang="en-GB" err="1"/>
              <a:t>www.britishcouncil.org</a:t>
            </a:r>
            <a:endParaRPr lang="en-GB"/>
          </a:p>
        </p:txBody>
      </p:sp>
      <p:sp>
        <p:nvSpPr>
          <p:cNvPr id="7" name="Slide Number Placeholder 6"/>
          <p:cNvSpPr>
            <a:spLocks noGrp="1"/>
          </p:cNvSpPr>
          <p:nvPr>
            <p:ph type="sldNum" sz="quarter" idx="12"/>
          </p:nvPr>
        </p:nvSpPr>
        <p:spPr/>
        <p:txBody>
          <a:bodyPr/>
          <a:lstStyle/>
          <a:p>
            <a:fld id="{A36854FA-307F-854E-96D4-DE585DB24BD3}" type="slidenum">
              <a:rPr lang="en-GB" noProof="0" smtClean="0"/>
              <a:t>‹#›</a:t>
            </a:fld>
            <a:endParaRPr lang="en-GB" noProof="0"/>
          </a:p>
        </p:txBody>
      </p:sp>
      <p:sp>
        <p:nvSpPr>
          <p:cNvPr id="8" name="Picture Placeholder 7">
            <a:extLst>
              <a:ext uri="{FF2B5EF4-FFF2-40B4-BE49-F238E27FC236}">
                <a16:creationId xmlns:a16="http://schemas.microsoft.com/office/drawing/2014/main" id="{5686E00B-4C6B-434C-80C9-F98EF22F317A}"/>
              </a:ext>
            </a:extLst>
          </p:cNvPr>
          <p:cNvSpPr>
            <a:spLocks noGrp="1"/>
          </p:cNvSpPr>
          <p:nvPr>
            <p:ph type="pic" sz="quarter" idx="13"/>
          </p:nvPr>
        </p:nvSpPr>
        <p:spPr>
          <a:xfrm>
            <a:off x="6264000" y="1512002"/>
            <a:ext cx="5328000" cy="4500563"/>
          </a:xfrm>
        </p:spPr>
        <p:txBody>
          <a:bodyPr/>
          <a:lstStyle/>
          <a:p>
            <a:endParaRPr lang="en-GB" noProof="0"/>
          </a:p>
        </p:txBody>
      </p:sp>
    </p:spTree>
    <p:extLst>
      <p:ext uri="{BB962C8B-B14F-4D97-AF65-F5344CB8AC3E}">
        <p14:creationId xmlns:p14="http://schemas.microsoft.com/office/powerpoint/2010/main" val="29251592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 column - right">
    <p:spTree>
      <p:nvGrpSpPr>
        <p:cNvPr id="1" name=""/>
        <p:cNvGrpSpPr/>
        <p:nvPr/>
      </p:nvGrpSpPr>
      <p:grpSpPr>
        <a:xfrm>
          <a:off x="0" y="0"/>
          <a:ext cx="0" cy="0"/>
          <a:chOff x="0" y="0"/>
          <a:chExt cx="0" cy="0"/>
        </a:xfrm>
      </p:grpSpPr>
      <p:sp>
        <p:nvSpPr>
          <p:cNvPr id="2" name="Title 1"/>
          <p:cNvSpPr>
            <a:spLocks noGrp="1"/>
          </p:cNvSpPr>
          <p:nvPr>
            <p:ph type="title"/>
          </p:nvPr>
        </p:nvSpPr>
        <p:spPr>
          <a:xfrm>
            <a:off x="648000" y="504000"/>
            <a:ext cx="10944000" cy="792000"/>
          </a:xfrm>
        </p:spPr>
        <p:txBody>
          <a:bodyPr/>
          <a:lstStyle/>
          <a:p>
            <a:r>
              <a:rPr lang="en-US"/>
              <a:t>Click to edit Master title style</a:t>
            </a:r>
          </a:p>
        </p:txBody>
      </p:sp>
      <p:sp>
        <p:nvSpPr>
          <p:cNvPr id="4" name="Content Placeholder 3"/>
          <p:cNvSpPr>
            <a:spLocks noGrp="1"/>
          </p:cNvSpPr>
          <p:nvPr>
            <p:ph sz="half" idx="2"/>
          </p:nvPr>
        </p:nvSpPr>
        <p:spPr>
          <a:xfrm>
            <a:off x="6264000" y="1512000"/>
            <a:ext cx="5328000" cy="4500000"/>
          </a:xfrm>
        </p:spPr>
        <p:txBody>
          <a:bodyPr/>
          <a:lstStyle/>
          <a:p>
            <a:pPr lvl="0"/>
            <a:r>
              <a:rPr lang="en-US"/>
              <a:t>Edit Master text styles</a:t>
            </a:r>
          </a:p>
          <a:p>
            <a:pPr lvl="1"/>
            <a:r>
              <a:rPr lang="en-US"/>
              <a:t>Second level</a:t>
            </a:r>
          </a:p>
          <a:p>
            <a:pPr lvl="2"/>
            <a:r>
              <a:rPr lang="en-US"/>
              <a:t>Third </a:t>
            </a:r>
            <a:r>
              <a:rPr lang="en-GB" noProof="0"/>
              <a:t>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GB" b="1">
                <a:cs typeface="British Council Sans" panose="020B0504020202020204" pitchFamily="34" charset="0"/>
              </a:rPr>
              <a:t>English Online </a:t>
            </a:r>
            <a:r>
              <a:rPr lang="en-GB"/>
              <a:t>|  </a:t>
            </a:r>
            <a:r>
              <a:rPr lang="en-GB" err="1"/>
              <a:t>www.britishcouncil.org</a:t>
            </a:r>
            <a:endParaRPr lang="en-GB"/>
          </a:p>
        </p:txBody>
      </p:sp>
      <p:sp>
        <p:nvSpPr>
          <p:cNvPr id="7" name="Slide Number Placeholder 6"/>
          <p:cNvSpPr>
            <a:spLocks noGrp="1"/>
          </p:cNvSpPr>
          <p:nvPr>
            <p:ph type="sldNum" sz="quarter" idx="12"/>
          </p:nvPr>
        </p:nvSpPr>
        <p:spPr/>
        <p:txBody>
          <a:bodyPr/>
          <a:lstStyle/>
          <a:p>
            <a:fld id="{A36854FA-307F-854E-96D4-DE585DB24BD3}" type="slidenum">
              <a:rPr lang="en-GB" noProof="0" smtClean="0"/>
              <a:t>‹#›</a:t>
            </a:fld>
            <a:endParaRPr lang="en-GB" noProof="0"/>
          </a:p>
        </p:txBody>
      </p:sp>
      <p:sp>
        <p:nvSpPr>
          <p:cNvPr id="8" name="Picture Placeholder 7">
            <a:extLst>
              <a:ext uri="{FF2B5EF4-FFF2-40B4-BE49-F238E27FC236}">
                <a16:creationId xmlns:a16="http://schemas.microsoft.com/office/drawing/2014/main" id="{FCB1FB70-6F45-E74A-AF01-AB7AE7B3B932}"/>
              </a:ext>
            </a:extLst>
          </p:cNvPr>
          <p:cNvSpPr>
            <a:spLocks noGrp="1"/>
          </p:cNvSpPr>
          <p:nvPr>
            <p:ph type="pic" sz="quarter" idx="13"/>
          </p:nvPr>
        </p:nvSpPr>
        <p:spPr>
          <a:xfrm>
            <a:off x="648000" y="1511999"/>
            <a:ext cx="5328000" cy="4500000"/>
          </a:xfrm>
        </p:spPr>
        <p:txBody>
          <a:bodyPr/>
          <a:lstStyle/>
          <a:p>
            <a:endParaRPr lang="en-GB" noProof="0"/>
          </a:p>
        </p:txBody>
      </p:sp>
    </p:spTree>
    <p:extLst>
      <p:ext uri="{BB962C8B-B14F-4D97-AF65-F5344CB8AC3E}">
        <p14:creationId xmlns:p14="http://schemas.microsoft.com/office/powerpoint/2010/main" val="2992826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GB" b="1">
                <a:cs typeface="British Council Sans" panose="020B0504020202020204" pitchFamily="34" charset="0"/>
              </a:rPr>
              <a:t>English Online </a:t>
            </a:r>
            <a:r>
              <a:rPr lang="en-GB"/>
              <a:t>|  </a:t>
            </a:r>
            <a:r>
              <a:rPr lang="en-GB" err="1"/>
              <a:t>www.britishcouncil.org</a:t>
            </a:r>
            <a:endParaRPr lang="en-GB"/>
          </a:p>
        </p:txBody>
      </p:sp>
      <p:sp>
        <p:nvSpPr>
          <p:cNvPr id="4" name="Slide Number Placeholder 3"/>
          <p:cNvSpPr>
            <a:spLocks noGrp="1"/>
          </p:cNvSpPr>
          <p:nvPr>
            <p:ph type="sldNum" sz="quarter" idx="12"/>
          </p:nvPr>
        </p:nvSpPr>
        <p:spPr/>
        <p:txBody>
          <a:bodyPr/>
          <a:lstStyle/>
          <a:p>
            <a:fld id="{A36854FA-307F-854E-96D4-DE585DB24BD3}" type="slidenum">
              <a:rPr lang="en-GB" noProof="0" smtClean="0"/>
              <a:t>‹#›</a:t>
            </a:fld>
            <a:endParaRPr lang="en-GB" noProof="0"/>
          </a:p>
        </p:txBody>
      </p:sp>
    </p:spTree>
    <p:extLst>
      <p:ext uri="{BB962C8B-B14F-4D97-AF65-F5344CB8AC3E}">
        <p14:creationId xmlns:p14="http://schemas.microsoft.com/office/powerpoint/2010/main" val="263401019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78144029-A22A-9A49-B9EE-98B449D69D85}"/>
              </a:ext>
            </a:extLst>
          </p:cNvPr>
          <p:cNvSpPr/>
          <p:nvPr userDrawn="1"/>
        </p:nvSpPr>
        <p:spPr>
          <a:xfrm>
            <a:off x="323998" y="1511994"/>
            <a:ext cx="7524002" cy="3600007"/>
          </a:xfrm>
          <a:custGeom>
            <a:avLst/>
            <a:gdLst>
              <a:gd name="connsiteX0" fmla="*/ 0 w 7524002"/>
              <a:gd name="connsiteY0" fmla="*/ 0 h 3600007"/>
              <a:gd name="connsiteX1" fmla="*/ 7524001 w 7524002"/>
              <a:gd name="connsiteY1" fmla="*/ 0 h 3600007"/>
              <a:gd name="connsiteX2" fmla="*/ 7524001 w 7524002"/>
              <a:gd name="connsiteY2" fmla="*/ 2987997 h 3600007"/>
              <a:gd name="connsiteX3" fmla="*/ 7524002 w 7524002"/>
              <a:gd name="connsiteY3" fmla="*/ 2988007 h 3600007"/>
              <a:gd name="connsiteX4" fmla="*/ 6912002 w 7524002"/>
              <a:gd name="connsiteY4" fmla="*/ 3600007 h 3600007"/>
              <a:gd name="connsiteX5" fmla="*/ 6912001 w 7524002"/>
              <a:gd name="connsiteY5" fmla="*/ 3600007 h 3600007"/>
              <a:gd name="connsiteX6" fmla="*/ 1 w 7524002"/>
              <a:gd name="connsiteY6" fmla="*/ 3600007 h 3600007"/>
              <a:gd name="connsiteX7" fmla="*/ 1 w 7524002"/>
              <a:gd name="connsiteY7" fmla="*/ 2988000 h 3600007"/>
              <a:gd name="connsiteX8" fmla="*/ 0 w 7524002"/>
              <a:gd name="connsiteY8" fmla="*/ 2988000 h 3600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24002" h="3600007">
                <a:moveTo>
                  <a:pt x="0" y="0"/>
                </a:moveTo>
                <a:lnTo>
                  <a:pt x="7524001" y="0"/>
                </a:lnTo>
                <a:lnTo>
                  <a:pt x="7524001" y="2987997"/>
                </a:lnTo>
                <a:lnTo>
                  <a:pt x="7524002" y="2988007"/>
                </a:lnTo>
                <a:cubicBezTo>
                  <a:pt x="7524002" y="3326005"/>
                  <a:pt x="7250000" y="3600007"/>
                  <a:pt x="6912002" y="3600007"/>
                </a:cubicBezTo>
                <a:lnTo>
                  <a:pt x="6912001" y="3600007"/>
                </a:lnTo>
                <a:lnTo>
                  <a:pt x="1" y="3600007"/>
                </a:lnTo>
                <a:lnTo>
                  <a:pt x="1" y="2988000"/>
                </a:lnTo>
                <a:lnTo>
                  <a:pt x="0" y="298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laceholder 1"/>
          <p:cNvSpPr>
            <a:spLocks noGrp="1"/>
          </p:cNvSpPr>
          <p:nvPr>
            <p:ph type="title"/>
          </p:nvPr>
        </p:nvSpPr>
        <p:spPr>
          <a:xfrm>
            <a:off x="648000" y="504000"/>
            <a:ext cx="10944000" cy="792000"/>
          </a:xfrm>
          <a:prstGeom prst="rect">
            <a:avLst/>
          </a:prstGeom>
        </p:spPr>
        <p:txBody>
          <a:bodyPr vert="horz" lIns="0" tIns="0" rIns="0" bIns="0" rtlCol="0" anchor="t" anchorCtr="0">
            <a:noAutofit/>
          </a:bodyPr>
          <a:lstStyle/>
          <a:p>
            <a:r>
              <a:rPr lang="en-GB"/>
              <a:t>Click to edit Master title style</a:t>
            </a:r>
            <a:endParaRPr lang="en-US"/>
          </a:p>
        </p:txBody>
      </p:sp>
      <p:sp>
        <p:nvSpPr>
          <p:cNvPr id="3" name="Text Placeholder 2"/>
          <p:cNvSpPr>
            <a:spLocks noGrp="1"/>
          </p:cNvSpPr>
          <p:nvPr>
            <p:ph type="body" idx="1"/>
          </p:nvPr>
        </p:nvSpPr>
        <p:spPr>
          <a:xfrm>
            <a:off x="648000" y="1728000"/>
            <a:ext cx="6876000" cy="3096000"/>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Footer Placeholder 3">
            <a:extLst>
              <a:ext uri="{FF2B5EF4-FFF2-40B4-BE49-F238E27FC236}">
                <a16:creationId xmlns:a16="http://schemas.microsoft.com/office/drawing/2014/main" id="{F996C4A3-C656-FC49-BAFB-1E13EFFD2C99}"/>
              </a:ext>
            </a:extLst>
          </p:cNvPr>
          <p:cNvSpPr>
            <a:spLocks noGrp="1"/>
          </p:cNvSpPr>
          <p:nvPr>
            <p:ph type="ftr" sz="quarter" idx="3"/>
          </p:nvPr>
        </p:nvSpPr>
        <p:spPr>
          <a:xfrm>
            <a:off x="648000" y="6192000"/>
            <a:ext cx="10848000" cy="180000"/>
          </a:xfrm>
          <a:prstGeom prst="rect">
            <a:avLst/>
          </a:prstGeom>
        </p:spPr>
        <p:txBody>
          <a:bodyPr vert="horz" lIns="0" tIns="0" rIns="0" bIns="0" rtlCol="0" anchor="b" anchorCtr="0"/>
          <a:lstStyle>
            <a:lvl1pPr algn="l">
              <a:defRPr sz="1200" b="1">
                <a:solidFill>
                  <a:schemeClr val="tx1">
                    <a:tint val="75000"/>
                  </a:schemeClr>
                </a:solidFill>
              </a:defRPr>
            </a:lvl1pPr>
          </a:lstStyle>
          <a:p>
            <a:r>
              <a:rPr lang="en-GB" noProof="0"/>
              <a:t>English Online |  www.britishcouncil.org</a:t>
            </a:r>
          </a:p>
        </p:txBody>
      </p:sp>
    </p:spTree>
    <p:extLst>
      <p:ext uri="{BB962C8B-B14F-4D97-AF65-F5344CB8AC3E}">
        <p14:creationId xmlns:p14="http://schemas.microsoft.com/office/powerpoint/2010/main" val="673088132"/>
      </p:ext>
    </p:extLst>
  </p:cSld>
  <p:clrMap bg1="dk1" tx1="lt1" bg2="dk2" tx2="lt2" accent1="accent1" accent2="accent2" accent3="accent3" accent4="accent4" accent5="accent5" accent6="accent6" hlink="hlink" folHlink="folHlink"/>
  <p:sldLayoutIdLst>
    <p:sldLayoutId id="2147483745" r:id="rId1"/>
  </p:sldLayoutIdLst>
  <p:hf sldNum="0" hdr="0" dt="0"/>
  <p:txStyles>
    <p:titleStyle>
      <a:lvl1pPr algn="l" defTabSz="914400" rtl="0" eaLnBrk="1" latinLnBrk="0" hangingPunct="1">
        <a:lnSpc>
          <a:spcPts val="3300"/>
        </a:lnSpc>
        <a:spcBef>
          <a:spcPct val="0"/>
        </a:spcBef>
        <a:buNone/>
        <a:defRPr sz="3000" b="0" i="0" kern="1200">
          <a:solidFill>
            <a:schemeClr val="tx1"/>
          </a:solidFill>
          <a:latin typeface="British Council Sans Headline" panose="020B0504020202020204" pitchFamily="34" charset="0"/>
          <a:ea typeface="+mj-ea"/>
          <a:cs typeface="British Council Sans Headline" panose="020B0504020202020204" pitchFamily="34" charset="0"/>
        </a:defRPr>
      </a:lvl1pPr>
    </p:titleStyle>
    <p:bodyStyle>
      <a:lvl1pPr marL="0" indent="0" algn="l" defTabSz="914400" rtl="0" eaLnBrk="1" latinLnBrk="0" hangingPunct="1">
        <a:lnSpc>
          <a:spcPct val="100000"/>
        </a:lnSpc>
        <a:spcBef>
          <a:spcPts val="600"/>
        </a:spcBef>
        <a:spcAft>
          <a:spcPts val="600"/>
        </a:spcAft>
        <a:buFont typeface="Arial" panose="020B0604020202020204" pitchFamily="34" charset="0"/>
        <a:buNone/>
        <a:defRPr sz="2200" b="1"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600"/>
        </a:spcAft>
        <a:buFont typeface="Arial" panose="020B0604020202020204" pitchFamily="34" charset="0"/>
        <a:buNone/>
        <a:defRPr sz="2000" b="1"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4pPr>
      <a:lvl5pPr marL="360000" indent="-180000" algn="l" defTabSz="914400" rtl="0" eaLnBrk="1" latinLnBrk="0" hangingPunct="1">
        <a:lnSpc>
          <a:spcPct val="100000"/>
        </a:lnSpc>
        <a:spcBef>
          <a:spcPts val="0"/>
        </a:spcBef>
        <a:spcAft>
          <a:spcPts val="600"/>
        </a:spcAft>
        <a:buClr>
          <a:schemeClr val="tx1"/>
        </a:buClr>
        <a:buFont typeface="British Council Sans" panose="020B05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8000" y="504000"/>
            <a:ext cx="10944000" cy="792000"/>
          </a:xfrm>
          <a:prstGeom prst="rect">
            <a:avLst/>
          </a:prstGeom>
        </p:spPr>
        <p:txBody>
          <a:bodyPr vert="horz" lIns="0" tIns="0" rIns="0" bIns="0" rtlCol="0" anchor="t" anchorCtr="0">
            <a:noAutofit/>
          </a:bodyPr>
          <a:lstStyle/>
          <a:p>
            <a:r>
              <a:rPr lang="en-US"/>
              <a:t>Click </a:t>
            </a:r>
            <a:r>
              <a:rPr lang="en-GB" noProof="0"/>
              <a:t>to</a:t>
            </a:r>
            <a:r>
              <a:rPr lang="en-US"/>
              <a:t> edit Master title style</a:t>
            </a:r>
          </a:p>
        </p:txBody>
      </p:sp>
      <p:sp>
        <p:nvSpPr>
          <p:cNvPr id="3" name="Text Placeholder 2"/>
          <p:cNvSpPr>
            <a:spLocks noGrp="1"/>
          </p:cNvSpPr>
          <p:nvPr>
            <p:ph type="body" idx="1"/>
          </p:nvPr>
        </p:nvSpPr>
        <p:spPr>
          <a:xfrm>
            <a:off x="648000" y="1512000"/>
            <a:ext cx="8136000" cy="4500000"/>
          </a:xfrm>
          <a:prstGeom prst="rect">
            <a:avLst/>
          </a:prstGeom>
        </p:spPr>
        <p:txBody>
          <a:bodyPr vert="horz" lIns="0" tIns="0" rIns="0" bIns="0" rtlCol="0">
            <a:noAutofit/>
          </a:bodyPr>
          <a:lstStyle/>
          <a:p>
            <a:pPr lvl="0"/>
            <a:r>
              <a:rPr lang="en-GB" noProof="0"/>
              <a:t>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5" name="Footer Placeholder 4"/>
          <p:cNvSpPr>
            <a:spLocks noGrp="1"/>
          </p:cNvSpPr>
          <p:nvPr>
            <p:ph type="ftr" sz="quarter" idx="3"/>
          </p:nvPr>
        </p:nvSpPr>
        <p:spPr>
          <a:xfrm>
            <a:off x="648000" y="6192000"/>
            <a:ext cx="10439999" cy="180000"/>
          </a:xfrm>
          <a:prstGeom prst="rect">
            <a:avLst/>
          </a:prstGeom>
        </p:spPr>
        <p:txBody>
          <a:bodyPr vert="horz" lIns="0" tIns="0" rIns="0" bIns="0" rtlCol="0" anchor="b" anchorCtr="0"/>
          <a:lstStyle>
            <a:lvl1pPr algn="l">
              <a:defRPr sz="1200">
                <a:solidFill>
                  <a:schemeClr val="tx2"/>
                </a:solidFill>
              </a:defRPr>
            </a:lvl1pPr>
          </a:lstStyle>
          <a:p>
            <a:r>
              <a:rPr lang="en-GB" b="1">
                <a:cs typeface="British Council Sans" panose="020B0504020202020204" pitchFamily="34" charset="0"/>
              </a:rPr>
              <a:t>English Online </a:t>
            </a:r>
            <a:r>
              <a:rPr lang="en-GB"/>
              <a:t>|  </a:t>
            </a:r>
            <a:r>
              <a:rPr lang="en-GB" err="1"/>
              <a:t>www.britishcouncil.org</a:t>
            </a:r>
            <a:endParaRPr lang="en-GB"/>
          </a:p>
        </p:txBody>
      </p:sp>
      <p:sp>
        <p:nvSpPr>
          <p:cNvPr id="6" name="Slide Number Placeholder 5"/>
          <p:cNvSpPr>
            <a:spLocks noGrp="1"/>
          </p:cNvSpPr>
          <p:nvPr>
            <p:ph type="sldNum" sz="quarter" idx="4"/>
          </p:nvPr>
        </p:nvSpPr>
        <p:spPr>
          <a:xfrm>
            <a:off x="11088000" y="6192000"/>
            <a:ext cx="504000" cy="180000"/>
          </a:xfrm>
          <a:prstGeom prst="rect">
            <a:avLst/>
          </a:prstGeom>
        </p:spPr>
        <p:txBody>
          <a:bodyPr vert="horz" lIns="0" tIns="0" rIns="0" bIns="0" rtlCol="0" anchor="b" anchorCtr="0"/>
          <a:lstStyle>
            <a:lvl1pPr algn="r">
              <a:defRPr sz="1200" b="1">
                <a:solidFill>
                  <a:schemeClr val="accent1"/>
                </a:solidFill>
              </a:defRPr>
            </a:lvl1pPr>
          </a:lstStyle>
          <a:p>
            <a:fld id="{A36854FA-307F-854E-96D4-DE585DB24BD3}" type="slidenum">
              <a:rPr lang="en-GB" noProof="0" smtClean="0"/>
              <a:pPr/>
              <a:t>‹#›</a:t>
            </a:fld>
            <a:endParaRPr lang="en-GB" noProof="0"/>
          </a:p>
        </p:txBody>
      </p:sp>
      <p:cxnSp>
        <p:nvCxnSpPr>
          <p:cNvPr id="7" name="Straight Connector 6">
            <a:extLst>
              <a:ext uri="{FF2B5EF4-FFF2-40B4-BE49-F238E27FC236}">
                <a16:creationId xmlns:a16="http://schemas.microsoft.com/office/drawing/2014/main" id="{DD557C23-2C1E-6744-965A-EB94DA68E1AC}"/>
              </a:ext>
            </a:extLst>
          </p:cNvPr>
          <p:cNvCxnSpPr/>
          <p:nvPr userDrawn="1"/>
        </p:nvCxnSpPr>
        <p:spPr>
          <a:xfrm>
            <a:off x="648000" y="396000"/>
            <a:ext cx="432000" cy="0"/>
          </a:xfrm>
          <a:prstGeom prst="line">
            <a:avLst/>
          </a:prstGeom>
          <a:ln w="30480" cap="rn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8408318"/>
      </p:ext>
    </p:extLst>
  </p:cSld>
  <p:clrMap bg1="lt1" tx1="dk1" bg2="lt2" tx2="dk2" accent1="accent1" accent2="accent2" accent3="accent3" accent4="accent4" accent5="accent5" accent6="accent6" hlink="hlink" folHlink="folHlink"/>
  <p:sldLayoutIdLst>
    <p:sldLayoutId id="2147483666" r:id="rId1"/>
    <p:sldLayoutId id="2147483662" r:id="rId2"/>
    <p:sldLayoutId id="2147483664" r:id="rId3"/>
    <p:sldLayoutId id="2147483684" r:id="rId4"/>
    <p:sldLayoutId id="2147483685" r:id="rId5"/>
    <p:sldLayoutId id="2147483667" r:id="rId6"/>
  </p:sldLayoutIdLst>
  <p:hf sldNum="0" hdr="0" dt="0"/>
  <p:txStyles>
    <p:titleStyle>
      <a:lvl1pPr algn="l" defTabSz="914400" rtl="0" eaLnBrk="1" latinLnBrk="0" hangingPunct="1">
        <a:lnSpc>
          <a:spcPts val="3300"/>
        </a:lnSpc>
        <a:spcBef>
          <a:spcPct val="0"/>
        </a:spcBef>
        <a:buNone/>
        <a:defRPr sz="3000" b="0" i="0" kern="1200">
          <a:solidFill>
            <a:schemeClr val="tx2"/>
          </a:solidFill>
          <a:latin typeface="British Council Sans Headline" panose="020B0504020202020204" pitchFamily="34" charset="0"/>
          <a:ea typeface="+mj-ea"/>
          <a:cs typeface="British Council Sans Headline" panose="020B0504020202020204" pitchFamily="34" charset="0"/>
        </a:defRPr>
      </a:lvl1pPr>
    </p:titleStyle>
    <p:bodyStyle>
      <a:lvl1pPr marL="0" indent="0" algn="l" defTabSz="914400" rtl="0" eaLnBrk="1" latinLnBrk="0" hangingPunct="1">
        <a:lnSpc>
          <a:spcPct val="100000"/>
        </a:lnSpc>
        <a:spcBef>
          <a:spcPts val="600"/>
        </a:spcBef>
        <a:spcAft>
          <a:spcPts val="600"/>
        </a:spcAft>
        <a:buFont typeface="Arial" panose="020B0604020202020204" pitchFamily="34" charset="0"/>
        <a:buNone/>
        <a:defRPr sz="2200" b="1" kern="1200">
          <a:solidFill>
            <a:schemeClr val="accent1"/>
          </a:solidFill>
          <a:latin typeface="+mn-lt"/>
          <a:ea typeface="+mn-ea"/>
          <a:cs typeface="+mn-cs"/>
        </a:defRPr>
      </a:lvl1pPr>
      <a:lvl2pPr marL="0" indent="0" algn="l" defTabSz="914400" rtl="0" eaLnBrk="1" latinLnBrk="0" hangingPunct="1">
        <a:lnSpc>
          <a:spcPct val="100000"/>
        </a:lnSpc>
        <a:spcBef>
          <a:spcPts val="300"/>
        </a:spcBef>
        <a:spcAft>
          <a:spcPts val="600"/>
        </a:spcAft>
        <a:buFont typeface="Arial" panose="020B0604020202020204" pitchFamily="34" charset="0"/>
        <a:buNone/>
        <a:defRPr sz="2000" b="1"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360000" indent="-180000" algn="l" defTabSz="914400" rtl="0" eaLnBrk="1" latinLnBrk="0" hangingPunct="1">
        <a:lnSpc>
          <a:spcPct val="100000"/>
        </a:lnSpc>
        <a:spcBef>
          <a:spcPts val="0"/>
        </a:spcBef>
        <a:spcAft>
          <a:spcPts val="600"/>
        </a:spcAft>
        <a:buClr>
          <a:schemeClr val="accent1"/>
        </a:buClr>
        <a:buFont typeface="British Council Sans" panose="020B05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mailto:support.englishonline@britishcouncil.org" TargetMode="External"/><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4EDB4-98F6-E34D-8700-C3BA9EAD2D25}"/>
              </a:ext>
            </a:extLst>
          </p:cNvPr>
          <p:cNvSpPr>
            <a:spLocks noGrp="1"/>
          </p:cNvSpPr>
          <p:nvPr>
            <p:ph type="ctrTitle"/>
          </p:nvPr>
        </p:nvSpPr>
        <p:spPr/>
        <p:txBody>
          <a:bodyPr/>
          <a:lstStyle/>
          <a:p>
            <a:r>
              <a:rPr lang="en-US" b="1"/>
              <a:t>Books that changed the world</a:t>
            </a:r>
          </a:p>
        </p:txBody>
      </p:sp>
      <p:sp>
        <p:nvSpPr>
          <p:cNvPr id="4" name="Text Placeholder 3">
            <a:extLst>
              <a:ext uri="{FF2B5EF4-FFF2-40B4-BE49-F238E27FC236}">
                <a16:creationId xmlns:a16="http://schemas.microsoft.com/office/drawing/2014/main" id="{F20ECE41-EAEA-154A-BF27-F2511FFF45BB}"/>
              </a:ext>
            </a:extLst>
          </p:cNvPr>
          <p:cNvSpPr>
            <a:spLocks noGrp="1"/>
          </p:cNvSpPr>
          <p:nvPr>
            <p:ph type="body" sz="quarter" idx="13"/>
          </p:nvPr>
        </p:nvSpPr>
        <p:spPr/>
        <p:txBody>
          <a:bodyPr/>
          <a:lstStyle/>
          <a:p>
            <a:r>
              <a:rPr lang="en-US"/>
              <a:t>Theme:</a:t>
            </a:r>
          </a:p>
          <a:p>
            <a:r>
              <a:rPr lang="en-US"/>
              <a:t>People and Past Times</a:t>
            </a:r>
          </a:p>
        </p:txBody>
      </p:sp>
    </p:spTree>
    <p:extLst>
      <p:ext uri="{BB962C8B-B14F-4D97-AF65-F5344CB8AC3E}">
        <p14:creationId xmlns:p14="http://schemas.microsoft.com/office/powerpoint/2010/main" val="29691312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0952-3B0B-0B4B-8D6E-FF15B351BEF0}"/>
              </a:ext>
            </a:extLst>
          </p:cNvPr>
          <p:cNvSpPr>
            <a:spLocks noGrp="1"/>
          </p:cNvSpPr>
          <p:nvPr>
            <p:ph type="title"/>
          </p:nvPr>
        </p:nvSpPr>
        <p:spPr/>
        <p:txBody>
          <a:bodyPr/>
          <a:lstStyle/>
          <a:p>
            <a:r>
              <a:rPr lang="en-US"/>
              <a:t>Lead-in</a:t>
            </a:r>
          </a:p>
        </p:txBody>
      </p:sp>
      <p:sp>
        <p:nvSpPr>
          <p:cNvPr id="3" name="TextBox 2"/>
          <p:cNvSpPr txBox="1"/>
          <p:nvPr/>
        </p:nvSpPr>
        <p:spPr>
          <a:xfrm>
            <a:off x="658498" y="1081914"/>
            <a:ext cx="10457565" cy="492443"/>
          </a:xfrm>
          <a:prstGeom prst="rect">
            <a:avLst/>
          </a:prstGeom>
          <a:noFill/>
        </p:spPr>
        <p:txBody>
          <a:bodyPr wrap="square" rtlCol="0">
            <a:spAutoFit/>
          </a:bodyPr>
          <a:lstStyle/>
          <a:p>
            <a:r>
              <a:rPr lang="en-US" sz="2600" b="1" dirty="0"/>
              <a:t>Let’s talk about</a:t>
            </a:r>
            <a:r>
              <a:rPr lang="mr-IN" sz="2600" b="1" dirty="0"/>
              <a:t>…</a:t>
            </a:r>
            <a:endParaRPr lang="en-US" sz="2600" b="1" dirty="0"/>
          </a:p>
        </p:txBody>
      </p:sp>
      <p:sp>
        <p:nvSpPr>
          <p:cNvPr id="5" name="TextBox 4"/>
          <p:cNvSpPr txBox="1"/>
          <p:nvPr/>
        </p:nvSpPr>
        <p:spPr>
          <a:xfrm>
            <a:off x="7745183" y="2681264"/>
            <a:ext cx="4181027" cy="430887"/>
          </a:xfrm>
          <a:prstGeom prst="rect">
            <a:avLst/>
          </a:prstGeom>
          <a:noFill/>
        </p:spPr>
        <p:txBody>
          <a:bodyPr wrap="none" rtlCol="0">
            <a:spAutoFit/>
          </a:bodyPr>
          <a:lstStyle/>
          <a:p>
            <a:r>
              <a:rPr lang="en-US" sz="2200" b="1">
                <a:solidFill>
                  <a:srgbClr val="FF00C8"/>
                </a:solidFill>
              </a:rPr>
              <a:t>a book you couldn’t put down</a:t>
            </a:r>
          </a:p>
        </p:txBody>
      </p:sp>
      <p:sp>
        <p:nvSpPr>
          <p:cNvPr id="14" name="TextBox 13"/>
          <p:cNvSpPr txBox="1"/>
          <p:nvPr/>
        </p:nvSpPr>
        <p:spPr>
          <a:xfrm>
            <a:off x="654111" y="4887731"/>
            <a:ext cx="5294388" cy="430887"/>
          </a:xfrm>
          <a:prstGeom prst="rect">
            <a:avLst/>
          </a:prstGeom>
          <a:noFill/>
        </p:spPr>
        <p:txBody>
          <a:bodyPr wrap="none" rtlCol="0">
            <a:spAutoFit/>
          </a:bodyPr>
          <a:lstStyle/>
          <a:p>
            <a:r>
              <a:rPr lang="en-US" sz="2200" b="1">
                <a:solidFill>
                  <a:schemeClr val="accent1"/>
                </a:solidFill>
              </a:rPr>
              <a:t>a book you started, but couldn’t finish</a:t>
            </a:r>
          </a:p>
        </p:txBody>
      </p:sp>
      <p:sp>
        <p:nvSpPr>
          <p:cNvPr id="15" name="TextBox 14"/>
          <p:cNvSpPr txBox="1"/>
          <p:nvPr/>
        </p:nvSpPr>
        <p:spPr>
          <a:xfrm>
            <a:off x="4620775" y="5718766"/>
            <a:ext cx="6580911" cy="430887"/>
          </a:xfrm>
          <a:prstGeom prst="rect">
            <a:avLst/>
          </a:prstGeom>
          <a:noFill/>
        </p:spPr>
        <p:txBody>
          <a:bodyPr wrap="none" rtlCol="0">
            <a:spAutoFit/>
          </a:bodyPr>
          <a:lstStyle/>
          <a:p>
            <a:r>
              <a:rPr lang="en-US" sz="2200" b="1">
                <a:solidFill>
                  <a:schemeClr val="accent5"/>
                </a:solidFill>
              </a:rPr>
              <a:t>a book you decided to read after seeing the film</a:t>
            </a:r>
          </a:p>
        </p:txBody>
      </p:sp>
      <p:sp>
        <p:nvSpPr>
          <p:cNvPr id="16" name="TextBox 15"/>
          <p:cNvSpPr txBox="1"/>
          <p:nvPr/>
        </p:nvSpPr>
        <p:spPr>
          <a:xfrm>
            <a:off x="638434" y="2316227"/>
            <a:ext cx="5702290" cy="430887"/>
          </a:xfrm>
          <a:prstGeom prst="rect">
            <a:avLst/>
          </a:prstGeom>
          <a:noFill/>
        </p:spPr>
        <p:txBody>
          <a:bodyPr wrap="none" rtlCol="0">
            <a:spAutoFit/>
          </a:bodyPr>
          <a:lstStyle/>
          <a:p>
            <a:r>
              <a:rPr lang="en-US" sz="2200" b="1">
                <a:solidFill>
                  <a:schemeClr val="accent4"/>
                </a:solidFill>
              </a:rPr>
              <a:t>a book you think would make a good film</a:t>
            </a:r>
          </a:p>
        </p:txBody>
      </p:sp>
      <p:sp>
        <p:nvSpPr>
          <p:cNvPr id="17" name="TextBox 16"/>
          <p:cNvSpPr txBox="1"/>
          <p:nvPr/>
        </p:nvSpPr>
        <p:spPr>
          <a:xfrm>
            <a:off x="6721695" y="4213496"/>
            <a:ext cx="5216004" cy="430887"/>
          </a:xfrm>
          <a:prstGeom prst="rect">
            <a:avLst/>
          </a:prstGeom>
          <a:noFill/>
        </p:spPr>
        <p:txBody>
          <a:bodyPr wrap="none" rtlCol="0">
            <a:spAutoFit/>
          </a:bodyPr>
          <a:lstStyle/>
          <a:p>
            <a:r>
              <a:rPr lang="en-US" sz="2200" b="1">
                <a:solidFill>
                  <a:schemeClr val="accent6"/>
                </a:solidFill>
              </a:rPr>
              <a:t>a book you bought, but never opened</a:t>
            </a:r>
          </a:p>
        </p:txBody>
      </p:sp>
      <p:sp>
        <p:nvSpPr>
          <p:cNvPr id="18" name="TextBox 17"/>
          <p:cNvSpPr txBox="1"/>
          <p:nvPr/>
        </p:nvSpPr>
        <p:spPr>
          <a:xfrm>
            <a:off x="654112" y="3507901"/>
            <a:ext cx="7160872" cy="430887"/>
          </a:xfrm>
          <a:prstGeom prst="rect">
            <a:avLst/>
          </a:prstGeom>
          <a:noFill/>
        </p:spPr>
        <p:txBody>
          <a:bodyPr wrap="none" rtlCol="0">
            <a:spAutoFit/>
          </a:bodyPr>
          <a:lstStyle/>
          <a:p>
            <a:r>
              <a:rPr lang="en-US" sz="2200" b="1">
                <a:solidFill>
                  <a:schemeClr val="accent3"/>
                </a:solidFill>
              </a:rPr>
              <a:t>a book you were forced to read at school, and hated</a:t>
            </a:r>
          </a:p>
        </p:txBody>
      </p:sp>
      <p:sp>
        <p:nvSpPr>
          <p:cNvPr id="19" name="TextBox 18"/>
          <p:cNvSpPr txBox="1"/>
          <p:nvPr/>
        </p:nvSpPr>
        <p:spPr>
          <a:xfrm>
            <a:off x="4918665" y="434639"/>
            <a:ext cx="7019257" cy="430887"/>
          </a:xfrm>
          <a:prstGeom prst="rect">
            <a:avLst/>
          </a:prstGeom>
          <a:noFill/>
        </p:spPr>
        <p:txBody>
          <a:bodyPr wrap="none" rtlCol="0">
            <a:spAutoFit/>
          </a:bodyPr>
          <a:lstStyle/>
          <a:p>
            <a:r>
              <a:rPr lang="en-US" sz="2200" b="1">
                <a:solidFill>
                  <a:srgbClr val="FF00C8"/>
                </a:solidFill>
              </a:rPr>
              <a:t>a book that people are talking about at the moment</a:t>
            </a:r>
          </a:p>
        </p:txBody>
      </p:sp>
      <p:sp>
        <p:nvSpPr>
          <p:cNvPr id="20" name="TextBox 19"/>
          <p:cNvSpPr txBox="1"/>
          <p:nvPr/>
        </p:nvSpPr>
        <p:spPr>
          <a:xfrm>
            <a:off x="5106808" y="1469512"/>
            <a:ext cx="7081937" cy="430887"/>
          </a:xfrm>
          <a:prstGeom prst="rect">
            <a:avLst/>
          </a:prstGeom>
          <a:noFill/>
        </p:spPr>
        <p:txBody>
          <a:bodyPr wrap="none" rtlCol="0">
            <a:spAutoFit/>
          </a:bodyPr>
          <a:lstStyle/>
          <a:p>
            <a:r>
              <a:rPr lang="en-US" sz="2200" b="1">
                <a:solidFill>
                  <a:schemeClr val="accent5"/>
                </a:solidFill>
              </a:rPr>
              <a:t>a book you feel you ought to have read, but haven’t</a:t>
            </a:r>
          </a:p>
        </p:txBody>
      </p:sp>
    </p:spTree>
    <p:extLst>
      <p:ext uri="{BB962C8B-B14F-4D97-AF65-F5344CB8AC3E}">
        <p14:creationId xmlns:p14="http://schemas.microsoft.com/office/powerpoint/2010/main" val="4163935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0952-3B0B-0B4B-8D6E-FF15B351BEF0}"/>
              </a:ext>
            </a:extLst>
          </p:cNvPr>
          <p:cNvSpPr>
            <a:spLocks noGrp="1"/>
          </p:cNvSpPr>
          <p:nvPr>
            <p:ph type="title"/>
          </p:nvPr>
        </p:nvSpPr>
        <p:spPr>
          <a:xfrm>
            <a:off x="648000" y="409921"/>
            <a:ext cx="10944000" cy="792000"/>
          </a:xfrm>
        </p:spPr>
        <p:txBody>
          <a:bodyPr/>
          <a:lstStyle/>
          <a:p>
            <a:r>
              <a:rPr lang="en-US"/>
              <a:t>Language focus: Change-related expressions</a:t>
            </a:r>
          </a:p>
        </p:txBody>
      </p:sp>
      <p:sp>
        <p:nvSpPr>
          <p:cNvPr id="7" name="Content Placeholder 2">
            <a:extLst>
              <a:ext uri="{FF2B5EF4-FFF2-40B4-BE49-F238E27FC236}">
                <a16:creationId xmlns:a16="http://schemas.microsoft.com/office/drawing/2014/main" id="{E866EBED-1893-4631-A740-E03C33B782BE}"/>
              </a:ext>
            </a:extLst>
          </p:cNvPr>
          <p:cNvSpPr>
            <a:spLocks noGrp="1"/>
          </p:cNvSpPr>
          <p:nvPr>
            <p:ph idx="1"/>
          </p:nvPr>
        </p:nvSpPr>
        <p:spPr>
          <a:xfrm>
            <a:off x="632321" y="1041603"/>
            <a:ext cx="10828668" cy="4500000"/>
          </a:xfrm>
        </p:spPr>
        <p:txBody>
          <a:bodyPr vert="horz" lIns="0" tIns="0" rIns="0" bIns="0" rtlCol="0" anchor="t">
            <a:noAutofit/>
          </a:bodyPr>
          <a:lstStyle/>
          <a:p>
            <a:pPr algn="ctr">
              <a:lnSpc>
                <a:spcPct val="150000"/>
              </a:lnSpc>
            </a:pPr>
            <a:r>
              <a:rPr lang="en-US" b="0" dirty="0">
                <a:solidFill>
                  <a:srgbClr val="230859"/>
                </a:solidFill>
              </a:rPr>
              <a:t>Which books have played a central role in your culture? </a:t>
            </a:r>
          </a:p>
          <a:p>
            <a:pPr algn="ctr">
              <a:lnSpc>
                <a:spcPct val="150000"/>
              </a:lnSpc>
            </a:pPr>
            <a:r>
              <a:rPr lang="en-US" b="0" dirty="0">
                <a:solidFill>
                  <a:srgbClr val="230859"/>
                </a:solidFill>
              </a:rPr>
              <a:t>What technological advances have shaped our world? </a:t>
            </a:r>
          </a:p>
          <a:p>
            <a:pPr algn="ctr">
              <a:lnSpc>
                <a:spcPct val="150000"/>
              </a:lnSpc>
            </a:pPr>
            <a:r>
              <a:rPr lang="en-US" b="0" dirty="0">
                <a:solidFill>
                  <a:srgbClr val="230859"/>
                </a:solidFill>
              </a:rPr>
              <a:t>How can the government help to spur scientific advances? </a:t>
            </a:r>
          </a:p>
          <a:p>
            <a:pPr algn="ctr">
              <a:lnSpc>
                <a:spcPct val="150000"/>
              </a:lnSpc>
            </a:pPr>
            <a:r>
              <a:rPr lang="en-US" b="0" dirty="0">
                <a:solidFill>
                  <a:srgbClr val="230859"/>
                </a:solidFill>
              </a:rPr>
              <a:t>What can we do to enhance our understanding of life in other countries? </a:t>
            </a:r>
          </a:p>
          <a:p>
            <a:pPr algn="ctr">
              <a:lnSpc>
                <a:spcPct val="150000"/>
              </a:lnSpc>
            </a:pPr>
            <a:r>
              <a:rPr lang="en-US" b="0" dirty="0">
                <a:solidFill>
                  <a:srgbClr val="230859"/>
                </a:solidFill>
              </a:rPr>
              <a:t>Which events have changed the course of history? </a:t>
            </a:r>
            <a:endParaRPr lang="en-US" b="0" dirty="0">
              <a:solidFill>
                <a:srgbClr val="230859"/>
              </a:solidFill>
              <a:cs typeface="British Council Sans"/>
            </a:endParaRPr>
          </a:p>
          <a:p>
            <a:pPr algn="ctr">
              <a:lnSpc>
                <a:spcPct val="150000"/>
              </a:lnSpc>
            </a:pPr>
            <a:r>
              <a:rPr lang="en-US" b="0" dirty="0">
                <a:solidFill>
                  <a:srgbClr val="230859"/>
                </a:solidFill>
              </a:rPr>
              <a:t>What kind of things might spark rebellions?</a:t>
            </a:r>
            <a:endParaRPr lang="en-GB" b="0" dirty="0">
              <a:solidFill>
                <a:srgbClr val="230859"/>
              </a:solidFill>
            </a:endParaRPr>
          </a:p>
        </p:txBody>
      </p:sp>
      <p:sp>
        <p:nvSpPr>
          <p:cNvPr id="3" name="TextBox 2"/>
          <p:cNvSpPr txBox="1"/>
          <p:nvPr/>
        </p:nvSpPr>
        <p:spPr>
          <a:xfrm>
            <a:off x="8507551" y="5699472"/>
            <a:ext cx="3449271" cy="923330"/>
          </a:xfrm>
          <a:prstGeom prst="rect">
            <a:avLst/>
          </a:prstGeom>
          <a:noFill/>
        </p:spPr>
        <p:txBody>
          <a:bodyPr wrap="square" rtlCol="0">
            <a:spAutoFit/>
          </a:bodyPr>
          <a:lstStyle/>
          <a:p>
            <a:pPr algn="ctr"/>
            <a:r>
              <a:rPr lang="en-US" b="1">
                <a:solidFill>
                  <a:schemeClr val="accent2"/>
                </a:solidFill>
              </a:rPr>
              <a:t>shape      change      spark</a:t>
            </a:r>
          </a:p>
          <a:p>
            <a:pPr algn="ctr"/>
            <a:endParaRPr lang="en-US" b="1">
              <a:solidFill>
                <a:schemeClr val="accent2"/>
              </a:solidFill>
            </a:endParaRPr>
          </a:p>
          <a:p>
            <a:pPr algn="ctr"/>
            <a:r>
              <a:rPr lang="en-US" b="1">
                <a:solidFill>
                  <a:schemeClr val="accent2"/>
                </a:solidFill>
              </a:rPr>
              <a:t> enhance      spur      play</a:t>
            </a:r>
          </a:p>
        </p:txBody>
      </p:sp>
    </p:spTree>
    <p:extLst>
      <p:ext uri="{BB962C8B-B14F-4D97-AF65-F5344CB8AC3E}">
        <p14:creationId xmlns:p14="http://schemas.microsoft.com/office/powerpoint/2010/main" val="3347584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0952-3B0B-0B4B-8D6E-FF15B351BEF0}"/>
              </a:ext>
            </a:extLst>
          </p:cNvPr>
          <p:cNvSpPr>
            <a:spLocks noGrp="1"/>
          </p:cNvSpPr>
          <p:nvPr>
            <p:ph type="title"/>
          </p:nvPr>
        </p:nvSpPr>
        <p:spPr>
          <a:xfrm>
            <a:off x="648000" y="409921"/>
            <a:ext cx="10944000" cy="792000"/>
          </a:xfrm>
        </p:spPr>
        <p:txBody>
          <a:bodyPr/>
          <a:lstStyle/>
          <a:p>
            <a:r>
              <a:rPr lang="en-US"/>
              <a:t>Language focus: Unreal conditional forms</a:t>
            </a:r>
          </a:p>
        </p:txBody>
      </p:sp>
      <p:sp>
        <p:nvSpPr>
          <p:cNvPr id="7" name="Content Placeholder 2">
            <a:extLst>
              <a:ext uri="{FF2B5EF4-FFF2-40B4-BE49-F238E27FC236}">
                <a16:creationId xmlns:a16="http://schemas.microsoft.com/office/drawing/2014/main" id="{E866EBED-1893-4631-A740-E03C33B782BE}"/>
              </a:ext>
            </a:extLst>
          </p:cNvPr>
          <p:cNvSpPr>
            <a:spLocks noGrp="1"/>
          </p:cNvSpPr>
          <p:nvPr>
            <p:ph idx="1"/>
          </p:nvPr>
        </p:nvSpPr>
        <p:spPr>
          <a:xfrm>
            <a:off x="648000" y="1025923"/>
            <a:ext cx="10828668" cy="4500000"/>
          </a:xfrm>
        </p:spPr>
        <p:txBody>
          <a:bodyPr/>
          <a:lstStyle/>
          <a:p>
            <a:r>
              <a:rPr lang="en-US" sz="2400">
                <a:solidFill>
                  <a:srgbClr val="230859"/>
                </a:solidFill>
              </a:rPr>
              <a:t>Look at these two sentences from the text. Can you think of another way to express the part of the sentence in bold? </a:t>
            </a:r>
          </a:p>
          <a:p>
            <a:endParaRPr lang="en-US" sz="2400">
              <a:solidFill>
                <a:srgbClr val="230859"/>
              </a:solidFill>
            </a:endParaRPr>
          </a:p>
          <a:p>
            <a:r>
              <a:rPr lang="en-US" sz="2400" b="0">
                <a:solidFill>
                  <a:srgbClr val="230859"/>
                </a:solidFill>
              </a:rPr>
              <a:t>a </a:t>
            </a:r>
            <a:r>
              <a:rPr lang="en-US" sz="2400">
                <a:solidFill>
                  <a:srgbClr val="230859"/>
                </a:solidFill>
              </a:rPr>
              <a:t>If it weren’t for the existence of books</a:t>
            </a:r>
            <a:r>
              <a:rPr lang="en-US" sz="2400" b="0">
                <a:solidFill>
                  <a:srgbClr val="230859"/>
                </a:solidFill>
              </a:rPr>
              <a:t>, our everyday lives would be changed beyond recognition. </a:t>
            </a:r>
          </a:p>
          <a:p>
            <a:r>
              <a:rPr lang="en-US" sz="2400" b="0">
                <a:solidFill>
                  <a:srgbClr val="230859"/>
                </a:solidFill>
              </a:rPr>
              <a:t>If books didn’t exist, our everyday lives would be changed beyond recognition.</a:t>
            </a:r>
          </a:p>
          <a:p>
            <a:endParaRPr lang="en-US" sz="2400" b="0">
              <a:solidFill>
                <a:srgbClr val="230859"/>
              </a:solidFill>
            </a:endParaRPr>
          </a:p>
          <a:p>
            <a:r>
              <a:rPr lang="en-US" sz="2400" b="0">
                <a:solidFill>
                  <a:srgbClr val="230859"/>
                </a:solidFill>
              </a:rPr>
              <a:t>b </a:t>
            </a:r>
            <a:r>
              <a:rPr lang="en-US" sz="2400">
                <a:solidFill>
                  <a:srgbClr val="230859"/>
                </a:solidFill>
              </a:rPr>
              <a:t>If it had not been for the seminal works of Shakespeare, Cervantes or Tolstoy</a:t>
            </a:r>
            <a:r>
              <a:rPr lang="en-US" sz="2400" b="0">
                <a:solidFill>
                  <a:srgbClr val="230859"/>
                </a:solidFill>
              </a:rPr>
              <a:t>, would literature have developed in the same way?</a:t>
            </a:r>
          </a:p>
          <a:p>
            <a:r>
              <a:rPr lang="en-US" sz="2400" b="0">
                <a:solidFill>
                  <a:srgbClr val="230859"/>
                </a:solidFill>
              </a:rPr>
              <a:t>If Shakespeare, Cervantes and Tolstoy hadn’t written seminal works, would literature have developed in the same way?</a:t>
            </a:r>
            <a:endParaRPr lang="en-GB" sz="2400" b="0">
              <a:solidFill>
                <a:srgbClr val="230859"/>
              </a:solidFill>
            </a:endParaRPr>
          </a:p>
        </p:txBody>
      </p:sp>
    </p:spTree>
    <p:extLst>
      <p:ext uri="{BB962C8B-B14F-4D97-AF65-F5344CB8AC3E}">
        <p14:creationId xmlns:p14="http://schemas.microsoft.com/office/powerpoint/2010/main" val="2757741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0952-3B0B-0B4B-8D6E-FF15B351BEF0}"/>
              </a:ext>
            </a:extLst>
          </p:cNvPr>
          <p:cNvSpPr>
            <a:spLocks noGrp="1"/>
          </p:cNvSpPr>
          <p:nvPr>
            <p:ph type="title"/>
          </p:nvPr>
        </p:nvSpPr>
        <p:spPr>
          <a:xfrm>
            <a:off x="648000" y="409921"/>
            <a:ext cx="10944000" cy="792000"/>
          </a:xfrm>
        </p:spPr>
        <p:txBody>
          <a:bodyPr/>
          <a:lstStyle/>
          <a:p>
            <a:r>
              <a:rPr lang="en-US"/>
              <a:t>Language focus: Unreal conditional forms</a:t>
            </a:r>
          </a:p>
        </p:txBody>
      </p:sp>
      <p:sp>
        <p:nvSpPr>
          <p:cNvPr id="7" name="Content Placeholder 2">
            <a:extLst>
              <a:ext uri="{FF2B5EF4-FFF2-40B4-BE49-F238E27FC236}">
                <a16:creationId xmlns:a16="http://schemas.microsoft.com/office/drawing/2014/main" id="{E866EBED-1893-4631-A740-E03C33B782BE}"/>
              </a:ext>
            </a:extLst>
          </p:cNvPr>
          <p:cNvSpPr>
            <a:spLocks noGrp="1"/>
          </p:cNvSpPr>
          <p:nvPr>
            <p:ph idx="1"/>
          </p:nvPr>
        </p:nvSpPr>
        <p:spPr>
          <a:xfrm>
            <a:off x="648000" y="1025923"/>
            <a:ext cx="10828668" cy="4500000"/>
          </a:xfrm>
        </p:spPr>
        <p:txBody>
          <a:bodyPr/>
          <a:lstStyle/>
          <a:p>
            <a:pPr>
              <a:lnSpc>
                <a:spcPct val="130000"/>
              </a:lnSpc>
            </a:pPr>
            <a:r>
              <a:rPr lang="en-US" sz="2000" dirty="0">
                <a:solidFill>
                  <a:schemeClr val="tx1"/>
                </a:solidFill>
              </a:rPr>
              <a:t>Complete the sentences with your own ideas</a:t>
            </a:r>
          </a:p>
          <a:p>
            <a:pPr>
              <a:lnSpc>
                <a:spcPct val="130000"/>
              </a:lnSpc>
            </a:pPr>
            <a:r>
              <a:rPr lang="en-US" sz="2000" b="0" dirty="0">
                <a:solidFill>
                  <a:schemeClr val="tx1"/>
                </a:solidFill>
              </a:rPr>
              <a:t>1 If it hadn’t been for Martin Luther King, </a:t>
            </a:r>
            <a:r>
              <a:rPr lang="mr-IN" sz="2000" b="0" dirty="0">
                <a:solidFill>
                  <a:schemeClr val="tx1"/>
                </a:solidFill>
              </a:rPr>
              <a:t>………………………………………</a:t>
            </a:r>
            <a:r>
              <a:rPr lang="pl-PL" sz="2000" b="0" dirty="0">
                <a:solidFill>
                  <a:schemeClr val="tx1"/>
                </a:solidFill>
              </a:rPr>
              <a:t>. </a:t>
            </a:r>
            <a:r>
              <a:rPr lang="en-US" sz="2000" b="0" dirty="0">
                <a:solidFill>
                  <a:schemeClr val="tx1"/>
                </a:solidFill>
              </a:rPr>
              <a:t>. </a:t>
            </a:r>
          </a:p>
          <a:p>
            <a:pPr>
              <a:lnSpc>
                <a:spcPct val="130000"/>
              </a:lnSpc>
            </a:pPr>
            <a:r>
              <a:rPr lang="en-US" sz="2000" b="0" dirty="0">
                <a:solidFill>
                  <a:schemeClr val="tx1"/>
                </a:solidFill>
              </a:rPr>
              <a:t>2 If it weren’t for penicillin, </a:t>
            </a:r>
            <a:r>
              <a:rPr lang="mr-IN" sz="2000" b="0" dirty="0">
                <a:solidFill>
                  <a:schemeClr val="tx1"/>
                </a:solidFill>
              </a:rPr>
              <a:t>………………………………………</a:t>
            </a:r>
            <a:r>
              <a:rPr lang="pl-PL" sz="2000" b="0" dirty="0">
                <a:solidFill>
                  <a:schemeClr val="tx1"/>
                </a:solidFill>
              </a:rPr>
              <a:t>. </a:t>
            </a:r>
            <a:r>
              <a:rPr lang="en-US" sz="2000" b="0" dirty="0">
                <a:solidFill>
                  <a:schemeClr val="tx1"/>
                </a:solidFill>
              </a:rPr>
              <a:t>.  </a:t>
            </a:r>
          </a:p>
          <a:p>
            <a:pPr>
              <a:lnSpc>
                <a:spcPct val="130000"/>
              </a:lnSpc>
            </a:pPr>
            <a:r>
              <a:rPr lang="en-US" sz="2000" b="0" dirty="0">
                <a:solidFill>
                  <a:schemeClr val="tx1"/>
                </a:solidFill>
              </a:rPr>
              <a:t>3 We would know much less about genetics if it </a:t>
            </a:r>
            <a:r>
              <a:rPr lang="mr-IN" sz="2000" b="0" dirty="0">
                <a:solidFill>
                  <a:schemeClr val="tx1"/>
                </a:solidFill>
              </a:rPr>
              <a:t>………………………………………</a:t>
            </a:r>
            <a:r>
              <a:rPr lang="pl-PL" sz="2000" b="0" dirty="0">
                <a:solidFill>
                  <a:schemeClr val="tx1"/>
                </a:solidFill>
              </a:rPr>
              <a:t>. </a:t>
            </a:r>
            <a:r>
              <a:rPr lang="en-US" sz="2000" b="0" dirty="0">
                <a:solidFill>
                  <a:schemeClr val="tx1"/>
                </a:solidFill>
              </a:rPr>
              <a:t>.  </a:t>
            </a:r>
          </a:p>
          <a:p>
            <a:pPr>
              <a:lnSpc>
                <a:spcPct val="130000"/>
              </a:lnSpc>
            </a:pPr>
            <a:r>
              <a:rPr lang="en-US" sz="2000" b="0" dirty="0">
                <a:solidFill>
                  <a:schemeClr val="tx1"/>
                </a:solidFill>
              </a:rPr>
              <a:t>4 The town of Guernica wouldn’t be so well-known if it </a:t>
            </a:r>
            <a:r>
              <a:rPr lang="mr-IN" sz="2000" b="0" dirty="0">
                <a:solidFill>
                  <a:schemeClr val="tx1"/>
                </a:solidFill>
              </a:rPr>
              <a:t>………………………………………</a:t>
            </a:r>
            <a:r>
              <a:rPr lang="pl-PL" sz="2000" b="0" dirty="0">
                <a:solidFill>
                  <a:schemeClr val="tx1"/>
                </a:solidFill>
              </a:rPr>
              <a:t>. </a:t>
            </a:r>
            <a:r>
              <a:rPr lang="en-US" sz="2000" b="0" dirty="0">
                <a:solidFill>
                  <a:schemeClr val="tx1"/>
                </a:solidFill>
              </a:rPr>
              <a:t>.  </a:t>
            </a:r>
          </a:p>
          <a:p>
            <a:pPr>
              <a:lnSpc>
                <a:spcPct val="130000"/>
              </a:lnSpc>
            </a:pPr>
            <a:r>
              <a:rPr lang="en-US" sz="2000" b="0" dirty="0">
                <a:solidFill>
                  <a:schemeClr val="tx1"/>
                </a:solidFill>
              </a:rPr>
              <a:t>5 If it hadn’t been for the invention of the printing press, </a:t>
            </a:r>
            <a:r>
              <a:rPr lang="mr-IN" sz="2000" b="0" dirty="0">
                <a:solidFill>
                  <a:schemeClr val="tx1"/>
                </a:solidFill>
              </a:rPr>
              <a:t>………………………………………</a:t>
            </a:r>
            <a:r>
              <a:rPr lang="pl-PL" sz="2000" b="0" dirty="0">
                <a:solidFill>
                  <a:schemeClr val="tx1"/>
                </a:solidFill>
              </a:rPr>
              <a:t>. </a:t>
            </a:r>
            <a:r>
              <a:rPr lang="en-US" sz="2000" b="0" dirty="0">
                <a:solidFill>
                  <a:schemeClr val="tx1"/>
                </a:solidFill>
              </a:rPr>
              <a:t>.  </a:t>
            </a:r>
          </a:p>
          <a:p>
            <a:pPr>
              <a:lnSpc>
                <a:spcPct val="130000"/>
              </a:lnSpc>
            </a:pPr>
            <a:r>
              <a:rPr lang="en-US" sz="2000" b="0" dirty="0">
                <a:solidFill>
                  <a:schemeClr val="tx1"/>
                </a:solidFill>
              </a:rPr>
              <a:t>6 Life in the twenty-first century would be very different if it </a:t>
            </a:r>
            <a:r>
              <a:rPr lang="mr-IN" sz="2000" b="0" dirty="0">
                <a:solidFill>
                  <a:schemeClr val="tx1"/>
                </a:solidFill>
              </a:rPr>
              <a:t>………………………………………</a:t>
            </a:r>
            <a:r>
              <a:rPr lang="pl-PL" sz="2000" b="0" dirty="0">
                <a:solidFill>
                  <a:schemeClr val="tx1"/>
                </a:solidFill>
              </a:rPr>
              <a:t>. </a:t>
            </a:r>
            <a:r>
              <a:rPr lang="en-US" sz="2000" b="0" dirty="0">
                <a:solidFill>
                  <a:schemeClr val="tx1"/>
                </a:solidFill>
              </a:rPr>
              <a:t>.  </a:t>
            </a:r>
          </a:p>
          <a:p>
            <a:pPr>
              <a:lnSpc>
                <a:spcPct val="130000"/>
              </a:lnSpc>
            </a:pPr>
            <a:r>
              <a:rPr lang="en-US" sz="2000" b="0" dirty="0">
                <a:solidFill>
                  <a:schemeClr val="tx1"/>
                </a:solidFill>
              </a:rPr>
              <a:t>7 </a:t>
            </a:r>
            <a:r>
              <a:rPr lang="mr-IN" sz="2000" b="0" dirty="0">
                <a:solidFill>
                  <a:schemeClr val="tx1"/>
                </a:solidFill>
              </a:rPr>
              <a:t>………………………………………………………………………………………</a:t>
            </a:r>
            <a:r>
              <a:rPr lang="pl-PL" sz="2000" b="0" dirty="0">
                <a:solidFill>
                  <a:schemeClr val="tx1"/>
                </a:solidFill>
              </a:rPr>
              <a:t>..</a:t>
            </a:r>
            <a:r>
              <a:rPr lang="en-US" sz="2000" b="0" dirty="0">
                <a:solidFill>
                  <a:schemeClr val="tx1"/>
                </a:solidFill>
              </a:rPr>
              <a:t>  </a:t>
            </a:r>
          </a:p>
          <a:p>
            <a:pPr>
              <a:lnSpc>
                <a:spcPct val="130000"/>
              </a:lnSpc>
            </a:pPr>
            <a:r>
              <a:rPr lang="en-US" sz="2000" b="0" dirty="0">
                <a:solidFill>
                  <a:schemeClr val="tx1"/>
                </a:solidFill>
              </a:rPr>
              <a:t>8 </a:t>
            </a:r>
            <a:r>
              <a:rPr lang="mr-IN" sz="2000" b="0" dirty="0">
                <a:solidFill>
                  <a:schemeClr val="tx1"/>
                </a:solidFill>
              </a:rPr>
              <a:t>………………………………………………………………………………………</a:t>
            </a:r>
            <a:r>
              <a:rPr lang="pl-PL" sz="2000" b="0" dirty="0">
                <a:solidFill>
                  <a:schemeClr val="tx1"/>
                </a:solidFill>
              </a:rPr>
              <a:t>..</a:t>
            </a:r>
            <a:endParaRPr lang="en-GB" sz="2000" b="0" dirty="0">
              <a:solidFill>
                <a:schemeClr val="tx1"/>
              </a:solidFill>
            </a:endParaRPr>
          </a:p>
        </p:txBody>
      </p:sp>
    </p:spTree>
    <p:extLst>
      <p:ext uri="{BB962C8B-B14F-4D97-AF65-F5344CB8AC3E}">
        <p14:creationId xmlns:p14="http://schemas.microsoft.com/office/powerpoint/2010/main" val="2685689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F25EA-0435-4F77-905B-0B880B4DED59}"/>
              </a:ext>
            </a:extLst>
          </p:cNvPr>
          <p:cNvSpPr>
            <a:spLocks noGrp="1"/>
          </p:cNvSpPr>
          <p:nvPr>
            <p:ph type="title"/>
          </p:nvPr>
        </p:nvSpPr>
        <p:spPr/>
        <p:txBody>
          <a:bodyPr/>
          <a:lstStyle/>
          <a:p>
            <a:r>
              <a:rPr lang="en-GB" dirty="0"/>
              <a:t>Task</a:t>
            </a:r>
          </a:p>
        </p:txBody>
      </p:sp>
      <p:sp>
        <p:nvSpPr>
          <p:cNvPr id="3" name="Content Placeholder 2">
            <a:extLst>
              <a:ext uri="{FF2B5EF4-FFF2-40B4-BE49-F238E27FC236}">
                <a16:creationId xmlns:a16="http://schemas.microsoft.com/office/drawing/2014/main" id="{2A969552-2A39-4B1E-A1C3-6B4F9545B7F3}"/>
              </a:ext>
            </a:extLst>
          </p:cNvPr>
          <p:cNvSpPr>
            <a:spLocks noGrp="1"/>
          </p:cNvSpPr>
          <p:nvPr>
            <p:ph idx="1"/>
          </p:nvPr>
        </p:nvSpPr>
        <p:spPr>
          <a:xfrm>
            <a:off x="648000" y="1191673"/>
            <a:ext cx="11100400" cy="4820327"/>
          </a:xfrm>
        </p:spPr>
        <p:txBody>
          <a:bodyPr/>
          <a:lstStyle/>
          <a:p>
            <a:r>
              <a:rPr lang="en-US" dirty="0">
                <a:solidFill>
                  <a:srgbClr val="230859"/>
                </a:solidFill>
              </a:rPr>
              <a:t>We are going to work together to decide which books should be included in the series </a:t>
            </a:r>
            <a:r>
              <a:rPr lang="en-US" i="1" dirty="0">
                <a:solidFill>
                  <a:srgbClr val="230859"/>
                </a:solidFill>
              </a:rPr>
              <a:t>Books that Changed the World</a:t>
            </a:r>
            <a:r>
              <a:rPr lang="en-US" dirty="0">
                <a:solidFill>
                  <a:srgbClr val="230859"/>
                </a:solidFill>
              </a:rPr>
              <a:t>. I will give you information about some books and ask you to put them in order. </a:t>
            </a:r>
          </a:p>
          <a:p>
            <a:r>
              <a:rPr lang="en-US" dirty="0">
                <a:solidFill>
                  <a:srgbClr val="230859"/>
                </a:solidFill>
              </a:rPr>
              <a:t>Some things to consider: </a:t>
            </a:r>
          </a:p>
          <a:p>
            <a:pPr marL="342900" indent="-342900">
              <a:buFont typeface="Arial"/>
              <a:buChar char="•"/>
            </a:pPr>
            <a:r>
              <a:rPr lang="en-US" b="0" dirty="0">
                <a:solidFill>
                  <a:srgbClr val="230859"/>
                </a:solidFill>
              </a:rPr>
              <a:t>What’s the book’s legacy? </a:t>
            </a:r>
          </a:p>
          <a:p>
            <a:pPr marL="342900" indent="-342900">
              <a:buFont typeface="Arial"/>
              <a:buChar char="•"/>
            </a:pPr>
            <a:r>
              <a:rPr lang="en-US" b="0" dirty="0">
                <a:solidFill>
                  <a:srgbClr val="230859"/>
                </a:solidFill>
              </a:rPr>
              <a:t>Is the book still relevant today? </a:t>
            </a:r>
          </a:p>
          <a:p>
            <a:pPr marL="342900" indent="-342900">
              <a:buFont typeface="Arial"/>
              <a:buChar char="•"/>
            </a:pPr>
            <a:r>
              <a:rPr lang="en-US" b="0" dirty="0">
                <a:solidFill>
                  <a:srgbClr val="230859"/>
                </a:solidFill>
              </a:rPr>
              <a:t>Is the book still read today or discussed? </a:t>
            </a:r>
          </a:p>
          <a:p>
            <a:pPr marL="342900" indent="-342900">
              <a:buFont typeface="Arial"/>
              <a:buChar char="•"/>
            </a:pPr>
            <a:r>
              <a:rPr lang="en-US" b="0" dirty="0">
                <a:solidFill>
                  <a:srgbClr val="230859"/>
                </a:solidFill>
              </a:rPr>
              <a:t>How far does its influence extend? How many people has it reached? </a:t>
            </a:r>
          </a:p>
          <a:p>
            <a:pPr marL="342900" indent="-342900">
              <a:buFont typeface="Arial"/>
              <a:buChar char="•"/>
            </a:pPr>
            <a:r>
              <a:rPr lang="en-US" b="0" dirty="0">
                <a:solidFill>
                  <a:srgbClr val="230859"/>
                </a:solidFill>
              </a:rPr>
              <a:t>How would the world be / have been different if it hadn’t been for the book?</a:t>
            </a:r>
          </a:p>
          <a:p>
            <a:endParaRPr lang="en-US" b="0" dirty="0">
              <a:solidFill>
                <a:srgbClr val="230859"/>
              </a:solidFill>
            </a:endParaRPr>
          </a:p>
        </p:txBody>
      </p:sp>
      <p:sp>
        <p:nvSpPr>
          <p:cNvPr id="4" name="Footer Placeholder 3">
            <a:extLst>
              <a:ext uri="{FF2B5EF4-FFF2-40B4-BE49-F238E27FC236}">
                <a16:creationId xmlns:a16="http://schemas.microsoft.com/office/drawing/2014/main" id="{429E560B-AC8D-46F3-80CD-73EBFC37E3A1}"/>
              </a:ext>
            </a:extLst>
          </p:cNvPr>
          <p:cNvSpPr>
            <a:spLocks noGrp="1"/>
          </p:cNvSpPr>
          <p:nvPr>
            <p:ph type="ftr" sz="quarter" idx="11"/>
          </p:nvPr>
        </p:nvSpPr>
        <p:spPr/>
        <p:txBody>
          <a:bodyPr/>
          <a:lstStyle/>
          <a:p>
            <a:r>
              <a:rPr lang="en-GB" b="1">
                <a:cs typeface="British Council Sans" panose="020B0504020202020204" pitchFamily="34" charset="0"/>
              </a:rPr>
              <a:t>English Online </a:t>
            </a:r>
            <a:r>
              <a:rPr lang="en-GB"/>
              <a:t>|  www.britishcouncil.org</a:t>
            </a:r>
          </a:p>
        </p:txBody>
      </p:sp>
    </p:spTree>
    <p:extLst>
      <p:ext uri="{BB962C8B-B14F-4D97-AF65-F5344CB8AC3E}">
        <p14:creationId xmlns:p14="http://schemas.microsoft.com/office/powerpoint/2010/main" val="2373823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F3F52-FFAF-4ECA-8908-ABA0A235D0EE}"/>
              </a:ext>
            </a:extLst>
          </p:cNvPr>
          <p:cNvSpPr>
            <a:spLocks noGrp="1"/>
          </p:cNvSpPr>
          <p:nvPr>
            <p:ph type="title"/>
          </p:nvPr>
        </p:nvSpPr>
        <p:spPr/>
        <p:txBody>
          <a:bodyPr/>
          <a:lstStyle/>
          <a:p>
            <a:r>
              <a:rPr lang="en-GB"/>
              <a:t>Feedback</a:t>
            </a:r>
          </a:p>
        </p:txBody>
      </p:sp>
      <p:sp>
        <p:nvSpPr>
          <p:cNvPr id="3" name="Content Placeholder 2">
            <a:extLst>
              <a:ext uri="{FF2B5EF4-FFF2-40B4-BE49-F238E27FC236}">
                <a16:creationId xmlns:a16="http://schemas.microsoft.com/office/drawing/2014/main" id="{2C2FBE32-C0C3-463F-AE26-D0C35F5048F9}"/>
              </a:ext>
            </a:extLst>
          </p:cNvPr>
          <p:cNvSpPr>
            <a:spLocks noGrp="1"/>
          </p:cNvSpPr>
          <p:nvPr>
            <p:ph idx="1"/>
          </p:nvPr>
        </p:nvSpPr>
        <p:spPr/>
        <p:txBody>
          <a:bodyPr/>
          <a:lstStyle/>
          <a:p>
            <a:r>
              <a:rPr lang="en-GB" i="1">
                <a:solidFill>
                  <a:srgbClr val="230859"/>
                </a:solidFill>
              </a:rPr>
              <a:t>Emergent language / errors / examples of good language use etc. here</a:t>
            </a:r>
          </a:p>
        </p:txBody>
      </p:sp>
      <p:sp>
        <p:nvSpPr>
          <p:cNvPr id="4" name="Footer Placeholder 3">
            <a:extLst>
              <a:ext uri="{FF2B5EF4-FFF2-40B4-BE49-F238E27FC236}">
                <a16:creationId xmlns:a16="http://schemas.microsoft.com/office/drawing/2014/main" id="{78939DD9-1773-4FE9-A466-36F4DF72BB29}"/>
              </a:ext>
            </a:extLst>
          </p:cNvPr>
          <p:cNvSpPr>
            <a:spLocks noGrp="1"/>
          </p:cNvSpPr>
          <p:nvPr>
            <p:ph type="ftr" sz="quarter" idx="11"/>
          </p:nvPr>
        </p:nvSpPr>
        <p:spPr/>
        <p:txBody>
          <a:bodyPr/>
          <a:lstStyle/>
          <a:p>
            <a:r>
              <a:rPr lang="en-GB" b="1">
                <a:cs typeface="British Council Sans" panose="020B0504020202020204" pitchFamily="34" charset="0"/>
              </a:rPr>
              <a:t>English Online </a:t>
            </a:r>
            <a:r>
              <a:rPr lang="en-GB"/>
              <a:t>|  www.britishcouncil.org</a:t>
            </a:r>
          </a:p>
        </p:txBody>
      </p:sp>
    </p:spTree>
    <p:extLst>
      <p:ext uri="{BB962C8B-B14F-4D97-AF65-F5344CB8AC3E}">
        <p14:creationId xmlns:p14="http://schemas.microsoft.com/office/powerpoint/2010/main" val="2679865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C38EE-71FA-4A9F-9058-7EECD43C9CE6}"/>
              </a:ext>
            </a:extLst>
          </p:cNvPr>
          <p:cNvSpPr>
            <a:spLocks noGrp="1"/>
          </p:cNvSpPr>
          <p:nvPr>
            <p:ph type="title"/>
          </p:nvPr>
        </p:nvSpPr>
        <p:spPr/>
        <p:txBody>
          <a:bodyPr/>
          <a:lstStyle/>
          <a:p>
            <a:r>
              <a:rPr lang="en-GB"/>
              <a:t>Review</a:t>
            </a:r>
          </a:p>
        </p:txBody>
      </p:sp>
      <p:sp>
        <p:nvSpPr>
          <p:cNvPr id="3" name="Content Placeholder 2">
            <a:extLst>
              <a:ext uri="{FF2B5EF4-FFF2-40B4-BE49-F238E27FC236}">
                <a16:creationId xmlns:a16="http://schemas.microsoft.com/office/drawing/2014/main" id="{2CA19765-0199-42EE-A654-A15FD014F284}"/>
              </a:ext>
            </a:extLst>
          </p:cNvPr>
          <p:cNvSpPr>
            <a:spLocks noGrp="1"/>
          </p:cNvSpPr>
          <p:nvPr>
            <p:ph idx="1"/>
          </p:nvPr>
        </p:nvSpPr>
        <p:spPr/>
        <p:txBody>
          <a:bodyPr/>
          <a:lstStyle/>
          <a:p>
            <a:r>
              <a:rPr lang="en-US">
                <a:solidFill>
                  <a:srgbClr val="230859"/>
                </a:solidFill>
              </a:rPr>
              <a:t>What have you learned from today’s lesson?​ ​ </a:t>
            </a:r>
          </a:p>
          <a:p>
            <a:endParaRPr lang="en-US">
              <a:solidFill>
                <a:srgbClr val="230859"/>
              </a:solidFill>
            </a:endParaRPr>
          </a:p>
          <a:p>
            <a:r>
              <a:rPr lang="en-US">
                <a:solidFill>
                  <a:srgbClr val="230859"/>
                </a:solidFill>
              </a:rPr>
              <a:t>What was challenging? Why?</a:t>
            </a:r>
          </a:p>
          <a:p>
            <a:endParaRPr lang="en-US">
              <a:solidFill>
                <a:srgbClr val="230859"/>
              </a:solidFill>
            </a:endParaRPr>
          </a:p>
          <a:p>
            <a:r>
              <a:rPr lang="en-US">
                <a:solidFill>
                  <a:srgbClr val="230859"/>
                </a:solidFill>
              </a:rPr>
              <a:t>How can you consolidate your learning after class?</a:t>
            </a:r>
          </a:p>
          <a:p>
            <a:endParaRPr lang="en-US">
              <a:solidFill>
                <a:srgbClr val="230859"/>
              </a:solidFill>
            </a:endParaRPr>
          </a:p>
          <a:p>
            <a:r>
              <a:rPr lang="en-US">
                <a:solidFill>
                  <a:srgbClr val="230859"/>
                </a:solidFill>
              </a:rPr>
              <a:t>Did you participate fully?​ ​ </a:t>
            </a:r>
          </a:p>
          <a:p>
            <a:endParaRPr lang="en-US">
              <a:solidFill>
                <a:srgbClr val="230859"/>
              </a:solidFill>
            </a:endParaRPr>
          </a:p>
          <a:p>
            <a:r>
              <a:rPr lang="en-US">
                <a:solidFill>
                  <a:srgbClr val="230859"/>
                </a:solidFill>
              </a:rPr>
              <a:t>Did you achieve your aims for this lesson?</a:t>
            </a:r>
            <a:endParaRPr lang="en-GB">
              <a:solidFill>
                <a:srgbClr val="230859"/>
              </a:solidFill>
            </a:endParaRPr>
          </a:p>
        </p:txBody>
      </p:sp>
      <p:sp>
        <p:nvSpPr>
          <p:cNvPr id="4" name="Footer Placeholder 3">
            <a:extLst>
              <a:ext uri="{FF2B5EF4-FFF2-40B4-BE49-F238E27FC236}">
                <a16:creationId xmlns:a16="http://schemas.microsoft.com/office/drawing/2014/main" id="{1F622743-C2A4-4C57-843A-602FA7972A88}"/>
              </a:ext>
            </a:extLst>
          </p:cNvPr>
          <p:cNvSpPr>
            <a:spLocks noGrp="1"/>
          </p:cNvSpPr>
          <p:nvPr>
            <p:ph type="ftr" sz="quarter" idx="11"/>
          </p:nvPr>
        </p:nvSpPr>
        <p:spPr/>
        <p:txBody>
          <a:bodyPr/>
          <a:lstStyle/>
          <a:p>
            <a:r>
              <a:rPr lang="en-GB" b="1">
                <a:cs typeface="British Council Sans" panose="020B0504020202020204" pitchFamily="34" charset="0"/>
              </a:rPr>
              <a:t>English Online </a:t>
            </a:r>
            <a:r>
              <a:rPr lang="en-GB"/>
              <a:t>|  www.britishcouncil.org</a:t>
            </a:r>
          </a:p>
        </p:txBody>
      </p:sp>
    </p:spTree>
    <p:extLst>
      <p:ext uri="{BB962C8B-B14F-4D97-AF65-F5344CB8AC3E}">
        <p14:creationId xmlns:p14="http://schemas.microsoft.com/office/powerpoint/2010/main" val="26232413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DF552-3FFD-44B9-816D-33E39AB94B9A}"/>
              </a:ext>
            </a:extLst>
          </p:cNvPr>
          <p:cNvSpPr>
            <a:spLocks noGrp="1"/>
          </p:cNvSpPr>
          <p:nvPr>
            <p:ph type="title"/>
          </p:nvPr>
        </p:nvSpPr>
        <p:spPr/>
        <p:txBody>
          <a:bodyPr/>
          <a:lstStyle/>
          <a:p>
            <a:r>
              <a:rPr lang="en-GB"/>
              <a:t>Lesson materials</a:t>
            </a:r>
            <a:br>
              <a:rPr lang="en-GB"/>
            </a:br>
            <a:endParaRPr lang="en-GB"/>
          </a:p>
        </p:txBody>
      </p:sp>
      <p:sp>
        <p:nvSpPr>
          <p:cNvPr id="4" name="Footer Placeholder 3">
            <a:extLst>
              <a:ext uri="{FF2B5EF4-FFF2-40B4-BE49-F238E27FC236}">
                <a16:creationId xmlns:a16="http://schemas.microsoft.com/office/drawing/2014/main" id="{EB3E4C17-BF8B-4D09-B8BC-27543E398BCC}"/>
              </a:ext>
            </a:extLst>
          </p:cNvPr>
          <p:cNvSpPr>
            <a:spLocks noGrp="1"/>
          </p:cNvSpPr>
          <p:nvPr>
            <p:ph type="ftr" sz="quarter" idx="11"/>
          </p:nvPr>
        </p:nvSpPr>
        <p:spPr/>
        <p:txBody>
          <a:bodyPr/>
          <a:lstStyle/>
          <a:p>
            <a:r>
              <a:rPr lang="en-GB" b="1">
                <a:cs typeface="British Council Sans" panose="020B0504020202020204" pitchFamily="34" charset="0"/>
              </a:rPr>
              <a:t>English Online </a:t>
            </a:r>
            <a:r>
              <a:rPr lang="en-GB"/>
              <a:t>|  www.britishcouncil.org</a:t>
            </a:r>
          </a:p>
        </p:txBody>
      </p:sp>
      <p:sp>
        <p:nvSpPr>
          <p:cNvPr id="5" name="Title 1">
            <a:extLst>
              <a:ext uri="{FF2B5EF4-FFF2-40B4-BE49-F238E27FC236}">
                <a16:creationId xmlns:a16="http://schemas.microsoft.com/office/drawing/2014/main" id="{5B23D2A9-201B-4D4E-9BB8-9440E7E94E24}"/>
              </a:ext>
            </a:extLst>
          </p:cNvPr>
          <p:cNvSpPr txBox="1">
            <a:spLocks/>
          </p:cNvSpPr>
          <p:nvPr/>
        </p:nvSpPr>
        <p:spPr>
          <a:xfrm>
            <a:off x="648000" y="504000"/>
            <a:ext cx="10944000" cy="792000"/>
          </a:xfrm>
          <a:prstGeom prst="rect">
            <a:avLst/>
          </a:prstGeom>
        </p:spPr>
        <p:txBody>
          <a:bodyPr vert="horz" lIns="0" tIns="0" rIns="0" bIns="0" rtlCol="0" anchor="t" anchorCtr="0">
            <a:normAutofit/>
          </a:bodyPr>
          <a:lstStyle>
            <a:lvl1pPr algn="l" defTabSz="914400" rtl="0" eaLnBrk="1" latinLnBrk="0" hangingPunct="1">
              <a:lnSpc>
                <a:spcPts val="3300"/>
              </a:lnSpc>
              <a:spcBef>
                <a:spcPct val="0"/>
              </a:spcBef>
              <a:buNone/>
              <a:defRPr sz="3000" b="0" i="0" kern="1200">
                <a:solidFill>
                  <a:schemeClr val="tx2"/>
                </a:solidFill>
                <a:latin typeface="British Council Sans Headline" panose="020B0504020202020204" pitchFamily="34" charset="0"/>
                <a:ea typeface="+mj-ea"/>
                <a:cs typeface="British Council Sans Headline" panose="020B0504020202020204" pitchFamily="34" charset="0"/>
              </a:defRPr>
            </a:lvl1pPr>
          </a:lstStyle>
          <a:p>
            <a:endParaRPr lang="en-GB"/>
          </a:p>
        </p:txBody>
      </p:sp>
      <p:sp>
        <p:nvSpPr>
          <p:cNvPr id="6" name="Content Placeholder 2">
            <a:extLst>
              <a:ext uri="{FF2B5EF4-FFF2-40B4-BE49-F238E27FC236}">
                <a16:creationId xmlns:a16="http://schemas.microsoft.com/office/drawing/2014/main" id="{A61242E8-C883-4DF0-A7FF-A0D3718CE28E}"/>
              </a:ext>
            </a:extLst>
          </p:cNvPr>
          <p:cNvSpPr>
            <a:spLocks noGrp="1"/>
          </p:cNvSpPr>
          <p:nvPr>
            <p:ph sz="half" idx="1"/>
          </p:nvPr>
        </p:nvSpPr>
        <p:spPr>
          <a:xfrm>
            <a:off x="648000" y="1512000"/>
            <a:ext cx="5628814" cy="4500000"/>
          </a:xfrm>
        </p:spPr>
        <p:txBody>
          <a:bodyPr>
            <a:normAutofit/>
          </a:bodyPr>
          <a:lstStyle/>
          <a:p>
            <a:r>
              <a:rPr lang="en-GB"/>
              <a:t>Make sure you:</a:t>
            </a:r>
          </a:p>
          <a:p>
            <a:pPr marL="342900" indent="-342900">
              <a:buFont typeface="Arial" panose="020B0604020202020204" pitchFamily="34" charset="0"/>
              <a:buChar char="•"/>
            </a:pPr>
            <a:r>
              <a:rPr lang="en-GB">
                <a:solidFill>
                  <a:schemeClr val="tx1"/>
                </a:solidFill>
              </a:rPr>
              <a:t>download the *.pdf from the student website</a:t>
            </a:r>
          </a:p>
          <a:p>
            <a:pPr marL="342900" indent="-342900">
              <a:buFont typeface="Arial" panose="020B0604020202020204" pitchFamily="34" charset="0"/>
              <a:buChar char="•"/>
            </a:pPr>
            <a:r>
              <a:rPr lang="en-GB">
                <a:solidFill>
                  <a:schemeClr val="tx1"/>
                </a:solidFill>
              </a:rPr>
              <a:t>save the Zoom Chat before you leave</a:t>
            </a:r>
          </a:p>
        </p:txBody>
      </p:sp>
    </p:spTree>
    <p:extLst>
      <p:ext uri="{BB962C8B-B14F-4D97-AF65-F5344CB8AC3E}">
        <p14:creationId xmlns:p14="http://schemas.microsoft.com/office/powerpoint/2010/main" val="1238150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56CD9-0696-47AC-AB7E-0563BD61F9F7}"/>
              </a:ext>
            </a:extLst>
          </p:cNvPr>
          <p:cNvSpPr>
            <a:spLocks noGrp="1"/>
          </p:cNvSpPr>
          <p:nvPr>
            <p:ph type="title"/>
          </p:nvPr>
        </p:nvSpPr>
        <p:spPr/>
        <p:txBody>
          <a:bodyPr/>
          <a:lstStyle/>
          <a:p>
            <a:r>
              <a:rPr lang="en-GB"/>
              <a:t>What’s next?</a:t>
            </a:r>
          </a:p>
        </p:txBody>
      </p:sp>
      <p:sp>
        <p:nvSpPr>
          <p:cNvPr id="4" name="Footer Placeholder 3">
            <a:extLst>
              <a:ext uri="{FF2B5EF4-FFF2-40B4-BE49-F238E27FC236}">
                <a16:creationId xmlns:a16="http://schemas.microsoft.com/office/drawing/2014/main" id="{A591F777-8CA4-492F-9C5A-CAF8A8BBCA0D}"/>
              </a:ext>
            </a:extLst>
          </p:cNvPr>
          <p:cNvSpPr>
            <a:spLocks noGrp="1"/>
          </p:cNvSpPr>
          <p:nvPr>
            <p:ph type="ftr" sz="quarter" idx="11"/>
          </p:nvPr>
        </p:nvSpPr>
        <p:spPr>
          <a:solidFill>
            <a:schemeClr val="bg1"/>
          </a:solidFill>
        </p:spPr>
        <p:txBody>
          <a:bodyPr/>
          <a:lstStyle/>
          <a:p>
            <a:r>
              <a:rPr lang="en-GB" b="1">
                <a:cs typeface="British Council Sans" panose="020B0504020202020204" pitchFamily="34" charset="0"/>
              </a:rPr>
              <a:t>English Online </a:t>
            </a:r>
            <a:r>
              <a:rPr lang="en-GB"/>
              <a:t>|  www.britishcouncil.org</a:t>
            </a:r>
          </a:p>
        </p:txBody>
      </p:sp>
      <p:sp>
        <p:nvSpPr>
          <p:cNvPr id="8" name="TextBox 7">
            <a:extLst>
              <a:ext uri="{FF2B5EF4-FFF2-40B4-BE49-F238E27FC236}">
                <a16:creationId xmlns:a16="http://schemas.microsoft.com/office/drawing/2014/main" id="{806F2B13-A447-E045-8316-4A754E038B82}"/>
              </a:ext>
            </a:extLst>
          </p:cNvPr>
          <p:cNvSpPr txBox="1"/>
          <p:nvPr/>
        </p:nvSpPr>
        <p:spPr>
          <a:xfrm>
            <a:off x="648000" y="1296000"/>
            <a:ext cx="6514800" cy="400110"/>
          </a:xfrm>
          <a:prstGeom prst="rect">
            <a:avLst/>
          </a:prstGeom>
          <a:noFill/>
        </p:spPr>
        <p:txBody>
          <a:bodyPr wrap="square" rtlCol="0">
            <a:spAutoFit/>
          </a:bodyPr>
          <a:lstStyle/>
          <a:p>
            <a:r>
              <a:rPr lang="en-GB" sz="2000" b="1">
                <a:solidFill>
                  <a:schemeClr val="accent1"/>
                </a:solidFill>
              </a:rPr>
              <a:t>Book your next lesson in the theme.</a:t>
            </a:r>
          </a:p>
        </p:txBody>
      </p:sp>
      <p:sp>
        <p:nvSpPr>
          <p:cNvPr id="9" name="TextBox 8">
            <a:extLst>
              <a:ext uri="{FF2B5EF4-FFF2-40B4-BE49-F238E27FC236}">
                <a16:creationId xmlns:a16="http://schemas.microsoft.com/office/drawing/2014/main" id="{81EE8E7A-4374-B14D-88E8-5BE1830BB2F4}"/>
              </a:ext>
            </a:extLst>
          </p:cNvPr>
          <p:cNvSpPr txBox="1"/>
          <p:nvPr/>
        </p:nvSpPr>
        <p:spPr>
          <a:xfrm>
            <a:off x="648000" y="5002847"/>
            <a:ext cx="10618714" cy="707886"/>
          </a:xfrm>
          <a:prstGeom prst="rect">
            <a:avLst/>
          </a:prstGeom>
          <a:noFill/>
        </p:spPr>
        <p:txBody>
          <a:bodyPr wrap="square" rtlCol="0">
            <a:spAutoFit/>
          </a:bodyPr>
          <a:lstStyle/>
          <a:p>
            <a:r>
              <a:rPr lang="en-GB" sz="2000" b="1">
                <a:solidFill>
                  <a:schemeClr val="accent1"/>
                </a:solidFill>
              </a:rPr>
              <a:t>If you have finished the theme, try the </a:t>
            </a:r>
            <a:r>
              <a:rPr lang="en-GB" sz="2000" b="1">
                <a:solidFill>
                  <a:schemeClr val="accent1">
                    <a:lumMod val="50000"/>
                  </a:schemeClr>
                </a:solidFill>
              </a:rPr>
              <a:t>optional assessment, or a private lesson for personalised feedback</a:t>
            </a:r>
            <a:r>
              <a:rPr lang="en-GB" sz="2000" b="1">
                <a:solidFill>
                  <a:schemeClr val="accent1"/>
                </a:solidFill>
              </a:rPr>
              <a:t>!</a:t>
            </a:r>
          </a:p>
        </p:txBody>
      </p:sp>
      <p:pic>
        <p:nvPicPr>
          <p:cNvPr id="6" name="Picture 5">
            <a:extLst>
              <a:ext uri="{FF2B5EF4-FFF2-40B4-BE49-F238E27FC236}">
                <a16:creationId xmlns:a16="http://schemas.microsoft.com/office/drawing/2014/main" id="{9221499C-B8CB-2816-0DF8-2B131E740916}"/>
              </a:ext>
            </a:extLst>
          </p:cNvPr>
          <p:cNvPicPr>
            <a:picLocks noChangeAspect="1"/>
          </p:cNvPicPr>
          <p:nvPr/>
        </p:nvPicPr>
        <p:blipFill>
          <a:blip r:embed="rId3"/>
          <a:stretch>
            <a:fillRect/>
          </a:stretch>
        </p:blipFill>
        <p:spPr>
          <a:xfrm>
            <a:off x="770350" y="2036683"/>
            <a:ext cx="7312865" cy="2641788"/>
          </a:xfrm>
          <a:prstGeom prst="rect">
            <a:avLst/>
          </a:prstGeom>
        </p:spPr>
      </p:pic>
    </p:spTree>
    <p:extLst>
      <p:ext uri="{BB962C8B-B14F-4D97-AF65-F5344CB8AC3E}">
        <p14:creationId xmlns:p14="http://schemas.microsoft.com/office/powerpoint/2010/main" val="111339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F3F52-FFAF-4ECA-8908-ABA0A235D0EE}"/>
              </a:ext>
            </a:extLst>
          </p:cNvPr>
          <p:cNvSpPr>
            <a:spLocks noGrp="1"/>
          </p:cNvSpPr>
          <p:nvPr>
            <p:ph type="title"/>
          </p:nvPr>
        </p:nvSpPr>
        <p:spPr/>
        <p:txBody>
          <a:bodyPr/>
          <a:lstStyle/>
          <a:p>
            <a:r>
              <a:rPr lang="en-GB" b="1"/>
              <a:t>After-class speaking session</a:t>
            </a:r>
          </a:p>
        </p:txBody>
      </p:sp>
      <p:sp>
        <p:nvSpPr>
          <p:cNvPr id="4" name="Footer Placeholder 3">
            <a:extLst>
              <a:ext uri="{FF2B5EF4-FFF2-40B4-BE49-F238E27FC236}">
                <a16:creationId xmlns:a16="http://schemas.microsoft.com/office/drawing/2014/main" id="{78939DD9-1773-4FE9-A466-36F4DF72BB29}"/>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230859"/>
                </a:solidFill>
                <a:effectLst/>
                <a:uLnTx/>
                <a:uFillTx/>
                <a:latin typeface="British Council Sans"/>
                <a:ea typeface="+mn-ea"/>
                <a:cs typeface="British Council Sans" panose="020B0504020202020204" pitchFamily="34" charset="0"/>
              </a:rPr>
              <a:t>English Online </a:t>
            </a:r>
            <a:r>
              <a:rPr kumimoji="0" lang="en-GB" sz="1200" b="0" i="0" u="none" strike="noStrike" kern="1200" cap="none" spc="0" normalizeH="0" baseline="0" noProof="0">
                <a:ln>
                  <a:noFill/>
                </a:ln>
                <a:solidFill>
                  <a:srgbClr val="230859"/>
                </a:solidFill>
                <a:effectLst/>
                <a:uLnTx/>
                <a:uFillTx/>
                <a:latin typeface="British Council Sans"/>
                <a:ea typeface="+mn-ea"/>
                <a:cs typeface="+mn-cs"/>
              </a:rPr>
              <a:t>|  www.britishcouncil.org</a:t>
            </a:r>
          </a:p>
        </p:txBody>
      </p:sp>
      <p:sp>
        <p:nvSpPr>
          <p:cNvPr id="7" name="Content Placeholder 6">
            <a:extLst>
              <a:ext uri="{FF2B5EF4-FFF2-40B4-BE49-F238E27FC236}">
                <a16:creationId xmlns:a16="http://schemas.microsoft.com/office/drawing/2014/main" id="{0E8F664E-36D3-8D8D-57AB-D863C52F5ECA}"/>
              </a:ext>
            </a:extLst>
          </p:cNvPr>
          <p:cNvSpPr>
            <a:spLocks noGrp="1"/>
          </p:cNvSpPr>
          <p:nvPr>
            <p:ph sz="half" idx="2"/>
          </p:nvPr>
        </p:nvSpPr>
        <p:spPr>
          <a:xfrm>
            <a:off x="7806045" y="519043"/>
            <a:ext cx="4168837" cy="4716836"/>
          </a:xfrm>
          <a:prstGeom prst="round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a:lstStyle/>
          <a:p>
            <a:pPr>
              <a:spcBef>
                <a:spcPts val="300"/>
              </a:spcBef>
              <a:spcAft>
                <a:spcPts val="300"/>
              </a:spcAft>
            </a:pPr>
            <a:r>
              <a:rPr lang="en-US" sz="1800">
                <a:solidFill>
                  <a:schemeClr val="accent6">
                    <a:lumMod val="50000"/>
                  </a:schemeClr>
                </a:solidFill>
              </a:rPr>
              <a:t>Dos</a:t>
            </a:r>
          </a:p>
          <a:p>
            <a:pPr marL="342900" indent="-342900">
              <a:spcBef>
                <a:spcPts val="300"/>
              </a:spcBef>
              <a:spcAft>
                <a:spcPts val="300"/>
              </a:spcAft>
              <a:buClr>
                <a:schemeClr val="accent6">
                  <a:lumMod val="50000"/>
                </a:schemeClr>
              </a:buClr>
              <a:buFont typeface="Wingdings" panose="05000000000000000000" pitchFamily="2" charset="2"/>
              <a:buChar char="ü"/>
            </a:pPr>
            <a:r>
              <a:rPr lang="en-GB" sz="1800" b="0">
                <a:solidFill>
                  <a:schemeClr val="tx1"/>
                </a:solidFill>
                <a:ea typeface="MS PGothic" panose="020B0600070205080204" pitchFamily="34" charset="-128"/>
                <a:cs typeface="Arial" panose="020B0604020202020204" pitchFamily="34" charset="0"/>
              </a:rPr>
              <a:t>Treat everyone with respect</a:t>
            </a:r>
          </a:p>
          <a:p>
            <a:pPr marL="342900" lvl="0" indent="-342900">
              <a:spcBef>
                <a:spcPts val="300"/>
              </a:spcBef>
              <a:spcAft>
                <a:spcPts val="300"/>
              </a:spcAft>
              <a:buClr>
                <a:schemeClr val="accent6">
                  <a:lumMod val="50000"/>
                </a:schemeClr>
              </a:buClr>
              <a:buFont typeface="Wingdings" panose="05000000000000000000" pitchFamily="2" charset="2"/>
              <a:buChar char="ü"/>
            </a:pPr>
            <a:r>
              <a:rPr lang="en-GB" sz="1800" b="0">
                <a:solidFill>
                  <a:schemeClr val="tx1"/>
                </a:solidFill>
                <a:ea typeface="MS PGothic" panose="020B0600070205080204" pitchFamily="34" charset="-128"/>
              </a:rPr>
              <a:t>Keep your camera on and participate</a:t>
            </a:r>
          </a:p>
          <a:p>
            <a:pPr marL="342900" indent="-342900">
              <a:spcBef>
                <a:spcPts val="300"/>
              </a:spcBef>
              <a:spcAft>
                <a:spcPts val="300"/>
              </a:spcAft>
              <a:buClr>
                <a:schemeClr val="accent6">
                  <a:lumMod val="50000"/>
                </a:schemeClr>
              </a:buClr>
              <a:buFont typeface="Wingdings" panose="05000000000000000000" pitchFamily="2" charset="2"/>
              <a:buChar char="ü"/>
            </a:pPr>
            <a:r>
              <a:rPr lang="en-GB" sz="1800" b="0">
                <a:solidFill>
                  <a:schemeClr val="tx1"/>
                </a:solidFill>
                <a:ea typeface="MS PGothic" panose="020B0600070205080204" pitchFamily="34" charset="-128"/>
                <a:cs typeface="Arial" panose="020B0604020202020204" pitchFamily="34" charset="0"/>
              </a:rPr>
              <a:t>Let others share ideas too</a:t>
            </a:r>
          </a:p>
          <a:p>
            <a:pPr marL="342900" indent="-342900">
              <a:spcBef>
                <a:spcPts val="300"/>
              </a:spcBef>
              <a:spcAft>
                <a:spcPts val="300"/>
              </a:spcAft>
              <a:buClr>
                <a:schemeClr val="accent6">
                  <a:lumMod val="50000"/>
                </a:schemeClr>
              </a:buClr>
              <a:buFont typeface="Wingdings" panose="05000000000000000000" pitchFamily="2" charset="2"/>
              <a:buChar char="ü"/>
            </a:pPr>
            <a:r>
              <a:rPr lang="en-IN" sz="1800" b="0">
                <a:solidFill>
                  <a:schemeClr val="tx1"/>
                </a:solidFill>
                <a:ea typeface="MS PGothic"/>
              </a:rPr>
              <a:t>Listen to everyone</a:t>
            </a:r>
          </a:p>
          <a:p>
            <a:pPr marL="342900" indent="-342900">
              <a:spcBef>
                <a:spcPts val="300"/>
              </a:spcBef>
              <a:spcAft>
                <a:spcPts val="300"/>
              </a:spcAft>
              <a:buClr>
                <a:schemeClr val="accent6">
                  <a:lumMod val="50000"/>
                </a:schemeClr>
              </a:buClr>
              <a:buFont typeface="Wingdings" panose="05000000000000000000" pitchFamily="2" charset="2"/>
              <a:buChar char="ü"/>
            </a:pPr>
            <a:r>
              <a:rPr lang="en-IN" sz="1800" b="0">
                <a:solidFill>
                  <a:schemeClr val="tx1"/>
                </a:solidFill>
                <a:ea typeface="MS PGothic"/>
              </a:rPr>
              <a:t>Click ‘Leave’ if you cannot stay back</a:t>
            </a:r>
          </a:p>
          <a:p>
            <a:pPr lvl="0">
              <a:spcBef>
                <a:spcPts val="300"/>
              </a:spcBef>
              <a:spcAft>
                <a:spcPts val="300"/>
              </a:spcAft>
              <a:buClr>
                <a:schemeClr val="accent4"/>
              </a:buClr>
            </a:pPr>
            <a:r>
              <a:rPr lang="en-GB" sz="1800">
                <a:solidFill>
                  <a:schemeClr val="accent4"/>
                </a:solidFill>
              </a:rPr>
              <a:t>Don’ts</a:t>
            </a:r>
          </a:p>
          <a:p>
            <a:pPr marL="342900" lvl="0" indent="-342900">
              <a:spcBef>
                <a:spcPts val="300"/>
              </a:spcBef>
              <a:spcAft>
                <a:spcPts val="300"/>
              </a:spcAft>
              <a:buClr>
                <a:schemeClr val="accent4"/>
              </a:buClr>
              <a:buFont typeface="Wingdings" panose="05000000000000000000" pitchFamily="2" charset="2"/>
              <a:buChar char="û"/>
            </a:pPr>
            <a:r>
              <a:rPr lang="en-GB" sz="1800" b="0">
                <a:solidFill>
                  <a:schemeClr val="tx1"/>
                </a:solidFill>
                <a:effectLst/>
                <a:ea typeface="MS PGothic" panose="020B0600070205080204" pitchFamily="34" charset="-128"/>
                <a:cs typeface="Arial" panose="020B0604020202020204" pitchFamily="34" charset="0"/>
              </a:rPr>
              <a:t>Don’t take pictures or record</a:t>
            </a:r>
          </a:p>
          <a:p>
            <a:pPr marL="342900" lvl="0" indent="-342900">
              <a:spcBef>
                <a:spcPts val="300"/>
              </a:spcBef>
              <a:spcAft>
                <a:spcPts val="300"/>
              </a:spcAft>
              <a:buClr>
                <a:schemeClr val="accent4"/>
              </a:buClr>
              <a:buFont typeface="Wingdings" panose="05000000000000000000" pitchFamily="2" charset="2"/>
              <a:buChar char="û"/>
            </a:pPr>
            <a:r>
              <a:rPr lang="en-GB" sz="1800" b="0">
                <a:solidFill>
                  <a:schemeClr val="tx1"/>
                </a:solidFill>
                <a:ea typeface="MS PGothic" panose="020B0600070205080204" pitchFamily="34" charset="-128"/>
                <a:cs typeface="Arial" panose="020B0604020202020204" pitchFamily="34" charset="0"/>
              </a:rPr>
              <a:t>Don’t share personal details</a:t>
            </a:r>
            <a:endParaRPr lang="en-GB" sz="1800" b="0">
              <a:solidFill>
                <a:schemeClr val="tx1"/>
              </a:solidFill>
              <a:effectLst/>
              <a:ea typeface="MS PGothic" panose="020B0600070205080204" pitchFamily="34" charset="-128"/>
              <a:cs typeface="Arial" panose="020B0604020202020204" pitchFamily="34" charset="0"/>
            </a:endParaRPr>
          </a:p>
          <a:p>
            <a:pPr marL="342900" lvl="0" indent="-342900">
              <a:spcBef>
                <a:spcPts val="300"/>
              </a:spcBef>
              <a:spcAft>
                <a:spcPts val="300"/>
              </a:spcAft>
              <a:buClr>
                <a:schemeClr val="accent4"/>
              </a:buClr>
              <a:buFont typeface="Wingdings" panose="05000000000000000000" pitchFamily="2" charset="2"/>
              <a:buChar char="û"/>
            </a:pPr>
            <a:r>
              <a:rPr lang="en-GB" sz="1800" b="0">
                <a:solidFill>
                  <a:schemeClr val="tx1"/>
                </a:solidFill>
                <a:effectLst/>
                <a:ea typeface="MS PGothic" panose="020B0600070205080204" pitchFamily="34" charset="-128"/>
                <a:cs typeface="Arial" panose="020B0604020202020204" pitchFamily="34" charset="0"/>
              </a:rPr>
              <a:t>Don’t let your children be visible onscreen</a:t>
            </a:r>
          </a:p>
        </p:txBody>
      </p:sp>
      <p:sp>
        <p:nvSpPr>
          <p:cNvPr id="9" name="Content Placeholder 8">
            <a:extLst>
              <a:ext uri="{FF2B5EF4-FFF2-40B4-BE49-F238E27FC236}">
                <a16:creationId xmlns:a16="http://schemas.microsoft.com/office/drawing/2014/main" id="{72CBD87C-3B4B-441B-DF67-D73465118901}"/>
              </a:ext>
            </a:extLst>
          </p:cNvPr>
          <p:cNvSpPr>
            <a:spLocks noGrp="1"/>
          </p:cNvSpPr>
          <p:nvPr>
            <p:ph sz="half" idx="1"/>
          </p:nvPr>
        </p:nvSpPr>
        <p:spPr>
          <a:xfrm>
            <a:off x="648000" y="1296000"/>
            <a:ext cx="7037314" cy="4500000"/>
          </a:xfrm>
        </p:spPr>
        <p:txBody>
          <a:bodyPr vert="horz" lIns="0" tIns="0" rIns="0" bIns="0" rtlCol="0" anchor="t">
            <a:noAutofit/>
          </a:bodyPr>
          <a:lstStyle/>
          <a:p>
            <a:r>
              <a:rPr lang="en-IN" dirty="0"/>
              <a:t>You can talk about any topic that interests you!</a:t>
            </a:r>
          </a:p>
          <a:p>
            <a:r>
              <a:rPr lang="en-IN" sz="2000" dirty="0">
                <a:solidFill>
                  <a:schemeClr val="tx2"/>
                </a:solidFill>
              </a:rPr>
              <a:t>Use these questions as a guide, if needed.</a:t>
            </a:r>
          </a:p>
          <a:p>
            <a:pPr marL="342900" indent="-342900">
              <a:buClr>
                <a:schemeClr val="accent1"/>
              </a:buClr>
              <a:buFont typeface="Wingdings" panose="05000000000000000000" pitchFamily="2" charset="2"/>
              <a:buChar char="Ø"/>
            </a:pPr>
            <a:r>
              <a:rPr lang="en-GB" sz="2000" b="0" dirty="0">
                <a:solidFill>
                  <a:srgbClr val="000000"/>
                </a:solidFill>
                <a:cs typeface="Arial"/>
              </a:rPr>
              <a:t>What's the longest book you've ever read?</a:t>
            </a:r>
          </a:p>
          <a:p>
            <a:pPr marL="342900" indent="-342900">
              <a:buClr>
                <a:schemeClr val="accent1"/>
              </a:buClr>
              <a:buFont typeface="Wingdings" panose="05000000000000000000" pitchFamily="2" charset="2"/>
              <a:buChar char="Ø"/>
            </a:pPr>
            <a:r>
              <a:rPr lang="en-GB" sz="2000" b="0" dirty="0">
                <a:solidFill>
                  <a:srgbClr val="000000"/>
                </a:solidFill>
                <a:cs typeface="Arial"/>
              </a:rPr>
              <a:t>Have you ever been to a book signing or met an author?</a:t>
            </a:r>
          </a:p>
          <a:p>
            <a:pPr marL="342900" indent="-342900">
              <a:buClr>
                <a:schemeClr val="accent1"/>
              </a:buClr>
              <a:buFont typeface="Wingdings" panose="05000000000000000000" pitchFamily="2" charset="2"/>
              <a:buChar char="Ø"/>
            </a:pPr>
            <a:r>
              <a:rPr lang="en-GB" sz="2000" b="0" dirty="0">
                <a:solidFill>
                  <a:srgbClr val="000000"/>
                </a:solidFill>
                <a:cs typeface="Arial"/>
              </a:rPr>
              <a:t>Do you have any ideas for a story for you to write?</a:t>
            </a:r>
          </a:p>
          <a:p>
            <a:pPr marL="342900" indent="-342900">
              <a:buClr>
                <a:schemeClr val="accent1"/>
              </a:buClr>
              <a:buFont typeface="Wingdings" panose="05000000000000000000" pitchFamily="2" charset="2"/>
              <a:buChar char="Ø"/>
            </a:pPr>
            <a:r>
              <a:rPr lang="en-GB" sz="2000" b="0" dirty="0">
                <a:solidFill>
                  <a:srgbClr val="000000"/>
                </a:solidFill>
                <a:cs typeface="Arial"/>
              </a:rPr>
              <a:t>Were you ever given a bad book recommendation?</a:t>
            </a:r>
          </a:p>
          <a:p>
            <a:pPr marL="342900" indent="-342900">
              <a:buClr>
                <a:schemeClr val="accent1"/>
              </a:buClr>
              <a:buFont typeface="Wingdings" panose="05000000000000000000" pitchFamily="2" charset="2"/>
              <a:buChar char="Ø"/>
            </a:pPr>
            <a:r>
              <a:rPr lang="en-GB" sz="2000" b="0" dirty="0">
                <a:solidFill>
                  <a:srgbClr val="000000"/>
                </a:solidFill>
                <a:cs typeface="Arial"/>
              </a:rPr>
              <a:t>Do you watch movies that are based on books? Why/why not?</a:t>
            </a:r>
          </a:p>
          <a:p>
            <a:pPr marL="342900" indent="-342900">
              <a:buClr>
                <a:schemeClr val="accent1"/>
              </a:buClr>
              <a:buFont typeface="Wingdings" panose="05000000000000000000" pitchFamily="2" charset="2"/>
              <a:buChar char="Ø"/>
            </a:pPr>
            <a:r>
              <a:rPr lang="en-GB" sz="2000" b="0" dirty="0">
                <a:solidFill>
                  <a:srgbClr val="000000"/>
                </a:solidFill>
                <a:cs typeface="Arial"/>
              </a:rPr>
              <a:t>Who's the most famous writer from your country?</a:t>
            </a:r>
          </a:p>
          <a:p>
            <a:pPr marL="342900" indent="-342900">
              <a:buClr>
                <a:schemeClr val="accent1"/>
              </a:buClr>
              <a:buFont typeface="Wingdings" panose="05000000000000000000" pitchFamily="2" charset="2"/>
              <a:buChar char="Ø"/>
            </a:pPr>
            <a:endParaRPr lang="en-GB" sz="2000" b="0" dirty="0">
              <a:solidFill>
                <a:srgbClr val="000000"/>
              </a:solidFill>
              <a:latin typeface="Arial"/>
              <a:cs typeface="Arial"/>
            </a:endParaRPr>
          </a:p>
          <a:p>
            <a:endParaRPr lang="en-GB" dirty="0"/>
          </a:p>
        </p:txBody>
      </p:sp>
      <p:sp>
        <p:nvSpPr>
          <p:cNvPr id="11" name="TextBox 10">
            <a:extLst>
              <a:ext uri="{FF2B5EF4-FFF2-40B4-BE49-F238E27FC236}">
                <a16:creationId xmlns:a16="http://schemas.microsoft.com/office/drawing/2014/main" id="{5D0E7894-FEAC-BE94-CAB8-59796997F493}"/>
              </a:ext>
            </a:extLst>
          </p:cNvPr>
          <p:cNvSpPr txBox="1"/>
          <p:nvPr/>
        </p:nvSpPr>
        <p:spPr>
          <a:xfrm>
            <a:off x="646801" y="5351774"/>
            <a:ext cx="4531722" cy="64633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300"/>
              </a:spcBef>
              <a:spcAft>
                <a:spcPts val="300"/>
              </a:spcAft>
              <a:buClr>
                <a:srgbClr val="EA0034"/>
              </a:buClr>
              <a:buSzTx/>
              <a:buFontTx/>
              <a:buNone/>
              <a:tabLst/>
              <a:defRPr/>
            </a:pPr>
            <a:r>
              <a:rPr kumimoji="0" lang="en-GB" sz="1800" b="0" i="0" u="none" strike="noStrike" kern="1200" cap="none" spc="0" normalizeH="0" baseline="0" noProof="0">
                <a:ln>
                  <a:noFill/>
                </a:ln>
                <a:solidFill>
                  <a:srgbClr val="230859"/>
                </a:solidFill>
                <a:effectLst/>
                <a:uLnTx/>
                <a:uFillTx/>
                <a:latin typeface="British Council Sans"/>
                <a:ea typeface="MS PGothic"/>
                <a:cs typeface="Arial"/>
              </a:rPr>
              <a:t>For help, contact: </a:t>
            </a:r>
            <a:r>
              <a:rPr kumimoji="0" lang="en-GB" sz="1800" b="0" i="0" u="sng" strike="noStrike" kern="1200" cap="none" spc="0" normalizeH="0" baseline="0" noProof="0">
                <a:ln>
                  <a:noFill/>
                </a:ln>
                <a:solidFill>
                  <a:srgbClr val="B25EFF"/>
                </a:solidFill>
                <a:effectLst/>
                <a:uLnTx/>
                <a:uFillTx/>
                <a:latin typeface="British Council Sans"/>
                <a:ea typeface="MS PGothic"/>
                <a:cs typeface="Arial"/>
                <a:hlinkClick r:id="rId3">
                  <a:extLst>
                    <a:ext uri="{A12FA001-AC4F-418D-AE19-62706E023703}">
                      <ahyp:hlinkClr xmlns:ahyp="http://schemas.microsoft.com/office/drawing/2018/hyperlinkcolor" val="tx"/>
                    </a:ext>
                  </a:extLst>
                </a:hlinkClick>
              </a:rPr>
              <a:t>support.englishonline@britishcouncil.org</a:t>
            </a:r>
          </a:p>
        </p:txBody>
      </p:sp>
      <p:pic>
        <p:nvPicPr>
          <p:cNvPr id="3" name="Picture 4" descr="Graphical user interface, text, application, chat or text message&#10;&#10;Description automatically generated">
            <a:extLst>
              <a:ext uri="{FF2B5EF4-FFF2-40B4-BE49-F238E27FC236}">
                <a16:creationId xmlns:a16="http://schemas.microsoft.com/office/drawing/2014/main" id="{17F7DDF0-DD64-0749-365D-CBEE3317E5E9}"/>
              </a:ext>
            </a:extLst>
          </p:cNvPr>
          <p:cNvPicPr>
            <a:picLocks noChangeAspect="1"/>
          </p:cNvPicPr>
          <p:nvPr/>
        </p:nvPicPr>
        <p:blipFill>
          <a:blip r:embed="rId4"/>
          <a:stretch>
            <a:fillRect/>
          </a:stretch>
        </p:blipFill>
        <p:spPr>
          <a:xfrm>
            <a:off x="10423506" y="4982952"/>
            <a:ext cx="1590675" cy="1390650"/>
          </a:xfrm>
          <a:prstGeom prst="rect">
            <a:avLst/>
          </a:prstGeom>
        </p:spPr>
      </p:pic>
    </p:spTree>
    <p:extLst>
      <p:ext uri="{BB962C8B-B14F-4D97-AF65-F5344CB8AC3E}">
        <p14:creationId xmlns:p14="http://schemas.microsoft.com/office/powerpoint/2010/main" val="41360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624BF-195F-48E2-A361-3A58EF9B4755}"/>
              </a:ext>
            </a:extLst>
          </p:cNvPr>
          <p:cNvSpPr>
            <a:spLocks noGrp="1"/>
          </p:cNvSpPr>
          <p:nvPr>
            <p:ph type="title"/>
          </p:nvPr>
        </p:nvSpPr>
        <p:spPr/>
        <p:txBody>
          <a:bodyPr/>
          <a:lstStyle/>
          <a:p>
            <a:r>
              <a:rPr lang="en-GB"/>
              <a:t>What do you think?</a:t>
            </a:r>
          </a:p>
        </p:txBody>
      </p:sp>
      <p:sp>
        <p:nvSpPr>
          <p:cNvPr id="3" name="Content Placeholder 2">
            <a:extLst>
              <a:ext uri="{FF2B5EF4-FFF2-40B4-BE49-F238E27FC236}">
                <a16:creationId xmlns:a16="http://schemas.microsoft.com/office/drawing/2014/main" id="{35209A93-A6B9-488E-B748-87A2FB41B4BA}"/>
              </a:ext>
            </a:extLst>
          </p:cNvPr>
          <p:cNvSpPr>
            <a:spLocks noGrp="1"/>
          </p:cNvSpPr>
          <p:nvPr>
            <p:ph idx="1"/>
          </p:nvPr>
        </p:nvSpPr>
        <p:spPr/>
        <p:txBody>
          <a:bodyPr/>
          <a:lstStyle/>
          <a:p>
            <a:pPr algn="l" rtl="0" fontAlgn="base"/>
            <a:r>
              <a:rPr lang="en-GB" b="0" i="0" u="none" strike="noStrike">
                <a:solidFill>
                  <a:srgbClr val="230859"/>
                </a:solidFill>
                <a:effectLst/>
                <a:latin typeface="British Council Sans" panose="020B0604020202020204" charset="0"/>
              </a:rPr>
              <a:t>Do you like the platform? </a:t>
            </a:r>
            <a:r>
              <a:rPr lang="en-US" b="0" i="0">
                <a:solidFill>
                  <a:srgbClr val="000000"/>
                </a:solidFill>
                <a:effectLst/>
                <a:latin typeface="British Council Sans" panose="020B0604020202020204" charset="0"/>
              </a:rPr>
              <a:t>​</a:t>
            </a:r>
            <a:endParaRPr lang="en-US" b="0" i="0">
              <a:solidFill>
                <a:srgbClr val="000000"/>
              </a:solidFill>
              <a:effectLst/>
              <a:latin typeface="Segoe UI" panose="020B0502040204020203" pitchFamily="34" charset="0"/>
            </a:endParaRPr>
          </a:p>
          <a:p>
            <a:pPr algn="l" rtl="0" fontAlgn="base"/>
            <a:r>
              <a:rPr lang="en-GB" b="0" i="0" u="none" strike="noStrike">
                <a:solidFill>
                  <a:srgbClr val="230859"/>
                </a:solidFill>
                <a:effectLst/>
                <a:latin typeface="British Council Sans" panose="020B0604020202020204" charset="0"/>
              </a:rPr>
              <a:t>What did you think of the activities? </a:t>
            </a:r>
            <a:r>
              <a:rPr lang="en-US" b="0" i="0">
                <a:solidFill>
                  <a:srgbClr val="000000"/>
                </a:solidFill>
                <a:effectLst/>
                <a:latin typeface="British Council Sans" panose="020B0604020202020204" charset="0"/>
              </a:rPr>
              <a:t>​</a:t>
            </a:r>
            <a:endParaRPr lang="en-US" b="0" i="0">
              <a:solidFill>
                <a:srgbClr val="000000"/>
              </a:solidFill>
              <a:effectLst/>
              <a:latin typeface="Segoe UI" panose="020B0502040204020203" pitchFamily="34" charset="0"/>
            </a:endParaRPr>
          </a:p>
          <a:p>
            <a:pPr algn="l" rtl="0" fontAlgn="base"/>
            <a:r>
              <a:rPr lang="en-GB" b="0" i="0" u="none" strike="noStrike">
                <a:solidFill>
                  <a:srgbClr val="230859"/>
                </a:solidFill>
                <a:effectLst/>
                <a:latin typeface="British Council Sans" panose="020B0604020202020204" charset="0"/>
              </a:rPr>
              <a:t>What further information do you need? </a:t>
            </a:r>
          </a:p>
          <a:p>
            <a:pPr algn="l" rtl="0" fontAlgn="base"/>
            <a:endParaRPr lang="en-GB" b="0" i="0" u="none" strike="noStrike">
              <a:solidFill>
                <a:srgbClr val="230859"/>
              </a:solidFill>
              <a:effectLst/>
              <a:latin typeface="British Council Sans" panose="020B0604020202020204" charset="0"/>
            </a:endParaRPr>
          </a:p>
          <a:p>
            <a:pPr algn="l" rtl="0" fontAlgn="base"/>
            <a:r>
              <a:rPr lang="en-GB" b="0">
                <a:solidFill>
                  <a:srgbClr val="230859"/>
                </a:solidFill>
                <a:latin typeface="British Council Sans" panose="020B0604020202020204" charset="0"/>
              </a:rPr>
              <a:t>For more information, write to</a:t>
            </a:r>
            <a:endParaRPr lang="en-GB" b="0" i="0" u="none" strike="noStrike">
              <a:solidFill>
                <a:srgbClr val="230859"/>
              </a:solidFill>
              <a:effectLst/>
              <a:latin typeface="British Council Sans" panose="020B0604020202020204" charset="0"/>
            </a:endParaRPr>
          </a:p>
          <a:p>
            <a:pPr algn="l" rtl="0" fontAlgn="base"/>
            <a:r>
              <a:rPr lang="en-GB" i="0" u="none" strike="noStrike">
                <a:solidFill>
                  <a:srgbClr val="230859"/>
                </a:solidFill>
                <a:effectLst/>
                <a:latin typeface="British Council Sans" panose="020B0604020202020204" charset="0"/>
              </a:rPr>
              <a:t>support.englishonline@britishcouncil.org</a:t>
            </a:r>
            <a:r>
              <a:rPr lang="en-GB" i="0">
                <a:solidFill>
                  <a:srgbClr val="000000"/>
                </a:solidFill>
                <a:effectLst/>
                <a:latin typeface="British Council Sans" panose="020B0604020202020204" charset="0"/>
              </a:rPr>
              <a:t>​</a:t>
            </a:r>
            <a:r>
              <a:rPr lang="en-GB" i="0">
                <a:solidFill>
                  <a:srgbClr val="230859"/>
                </a:solidFill>
                <a:effectLst/>
                <a:latin typeface="British Council Sans" panose="020B0604020202020204" charset="0"/>
              </a:rPr>
              <a:t> </a:t>
            </a:r>
            <a:endParaRPr lang="en-US" i="0">
              <a:solidFill>
                <a:srgbClr val="000000"/>
              </a:solidFill>
              <a:effectLst/>
              <a:latin typeface="Segoe UI" panose="020B0502040204020203" pitchFamily="34" charset="0"/>
            </a:endParaRPr>
          </a:p>
          <a:p>
            <a:endParaRPr lang="en-GB"/>
          </a:p>
        </p:txBody>
      </p:sp>
      <p:sp>
        <p:nvSpPr>
          <p:cNvPr id="4" name="Footer Placeholder 3">
            <a:extLst>
              <a:ext uri="{FF2B5EF4-FFF2-40B4-BE49-F238E27FC236}">
                <a16:creationId xmlns:a16="http://schemas.microsoft.com/office/drawing/2014/main" id="{74510CC7-F7A2-4ACF-873E-1F3DB0A5B96B}"/>
              </a:ext>
            </a:extLst>
          </p:cNvPr>
          <p:cNvSpPr>
            <a:spLocks noGrp="1"/>
          </p:cNvSpPr>
          <p:nvPr>
            <p:ph type="ftr" sz="quarter" idx="11"/>
          </p:nvPr>
        </p:nvSpPr>
        <p:spPr/>
        <p:txBody>
          <a:bodyPr/>
          <a:lstStyle/>
          <a:p>
            <a:r>
              <a:rPr lang="en-GB" b="1">
                <a:cs typeface="British Council Sans" panose="020B0504020202020204" pitchFamily="34" charset="0"/>
              </a:rPr>
              <a:t>English Online </a:t>
            </a:r>
            <a:r>
              <a:rPr lang="en-GB"/>
              <a:t>|  www.britishcouncil.org</a:t>
            </a:r>
          </a:p>
        </p:txBody>
      </p:sp>
    </p:spTree>
    <p:extLst>
      <p:ext uri="{BB962C8B-B14F-4D97-AF65-F5344CB8AC3E}">
        <p14:creationId xmlns:p14="http://schemas.microsoft.com/office/powerpoint/2010/main" val="3470409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4C1A7-D865-43AE-BC42-4840E145C902}"/>
              </a:ext>
            </a:extLst>
          </p:cNvPr>
          <p:cNvSpPr>
            <a:spLocks noGrp="1"/>
          </p:cNvSpPr>
          <p:nvPr>
            <p:ph type="title"/>
          </p:nvPr>
        </p:nvSpPr>
        <p:spPr/>
        <p:txBody>
          <a:bodyPr/>
          <a:lstStyle/>
          <a:p>
            <a:r>
              <a:rPr lang="en-GB"/>
              <a:t>Teacher’s Notes</a:t>
            </a:r>
          </a:p>
        </p:txBody>
      </p:sp>
      <p:sp>
        <p:nvSpPr>
          <p:cNvPr id="3" name="Content Placeholder 2">
            <a:extLst>
              <a:ext uri="{FF2B5EF4-FFF2-40B4-BE49-F238E27FC236}">
                <a16:creationId xmlns:a16="http://schemas.microsoft.com/office/drawing/2014/main" id="{1C5828B2-DEFD-4D73-AA8B-1CB14D98A0D7}"/>
              </a:ext>
            </a:extLst>
          </p:cNvPr>
          <p:cNvSpPr>
            <a:spLocks noGrp="1"/>
          </p:cNvSpPr>
          <p:nvPr>
            <p:ph idx="1"/>
          </p:nvPr>
        </p:nvSpPr>
        <p:spPr/>
        <p:txBody>
          <a:bodyPr/>
          <a:lstStyle/>
          <a:p>
            <a:r>
              <a:rPr lang="en-GB" b="0">
                <a:solidFill>
                  <a:srgbClr val="230859"/>
                </a:solidFill>
                <a:latin typeface="British Council Sans" panose="020B0604020202020204" charset="0"/>
              </a:rPr>
              <a:t>This slide deck was made by James Wilson-Bukowski.</a:t>
            </a:r>
          </a:p>
          <a:p>
            <a:endParaRPr lang="en-GB"/>
          </a:p>
          <a:p>
            <a:r>
              <a:rPr lang="en-GB"/>
              <a:t>Notes</a:t>
            </a:r>
          </a:p>
          <a:p>
            <a:r>
              <a:rPr lang="en-GB" b="0" i="1">
                <a:solidFill>
                  <a:srgbClr val="230859"/>
                </a:solidFill>
                <a:latin typeface="British Council Sans" panose="020B0604020202020204" charset="0"/>
              </a:rPr>
              <a:t>Share your thoughts about the lesson with the next teacher</a:t>
            </a:r>
          </a:p>
        </p:txBody>
      </p:sp>
      <p:sp>
        <p:nvSpPr>
          <p:cNvPr id="4" name="Footer Placeholder 3">
            <a:extLst>
              <a:ext uri="{FF2B5EF4-FFF2-40B4-BE49-F238E27FC236}">
                <a16:creationId xmlns:a16="http://schemas.microsoft.com/office/drawing/2014/main" id="{2EB47178-BD3A-49B2-8A1D-C616AB428351}"/>
              </a:ext>
            </a:extLst>
          </p:cNvPr>
          <p:cNvSpPr>
            <a:spLocks noGrp="1"/>
          </p:cNvSpPr>
          <p:nvPr>
            <p:ph type="ftr" sz="quarter" idx="11"/>
          </p:nvPr>
        </p:nvSpPr>
        <p:spPr/>
        <p:txBody>
          <a:bodyPr/>
          <a:lstStyle/>
          <a:p>
            <a:r>
              <a:rPr lang="en-GB" b="1">
                <a:cs typeface="British Council Sans" panose="020B0504020202020204" pitchFamily="34" charset="0"/>
              </a:rPr>
              <a:t>English Online </a:t>
            </a:r>
            <a:r>
              <a:rPr lang="en-GB"/>
              <a:t>|  www.britishcouncil.org</a:t>
            </a:r>
          </a:p>
        </p:txBody>
      </p:sp>
    </p:spTree>
    <p:extLst>
      <p:ext uri="{BB962C8B-B14F-4D97-AF65-F5344CB8AC3E}">
        <p14:creationId xmlns:p14="http://schemas.microsoft.com/office/powerpoint/2010/main" val="2527801988"/>
      </p:ext>
    </p:extLst>
  </p:cSld>
  <p:clrMapOvr>
    <a:masterClrMapping/>
  </p:clrMapOvr>
</p:sld>
</file>

<file path=ppt/theme/theme1.xml><?xml version="1.0" encoding="utf-8"?>
<a:theme xmlns:a="http://schemas.openxmlformats.org/drawingml/2006/main" name="Cover - indigo">
  <a:themeElements>
    <a:clrScheme name="British Council - Purple">
      <a:dk1>
        <a:srgbClr val="000000"/>
      </a:dk1>
      <a:lt1>
        <a:srgbClr val="FFFFFF"/>
      </a:lt1>
      <a:dk2>
        <a:srgbClr val="230859"/>
      </a:dk2>
      <a:lt2>
        <a:srgbClr val="C8C8C8"/>
      </a:lt2>
      <a:accent1>
        <a:srgbClr val="B25EFF"/>
      </a:accent1>
      <a:accent2>
        <a:srgbClr val="FF00C8"/>
      </a:accent2>
      <a:accent3>
        <a:srgbClr val="00DCFF"/>
      </a:accent3>
      <a:accent4>
        <a:srgbClr val="EA0034"/>
      </a:accent4>
      <a:accent5>
        <a:srgbClr val="FF8200"/>
      </a:accent5>
      <a:accent6>
        <a:srgbClr val="5DEB4B"/>
      </a:accent6>
      <a:hlink>
        <a:srgbClr val="B25EFF"/>
      </a:hlink>
      <a:folHlink>
        <a:srgbClr val="7F7F7F"/>
      </a:folHlink>
    </a:clrScheme>
    <a:fontScheme name="Headline &amp; Sans">
      <a:majorFont>
        <a:latin typeface="British Council Sans Headline"/>
        <a:ea typeface=""/>
        <a:cs typeface=""/>
      </a:majorFont>
      <a:minorFont>
        <a:latin typeface="British Council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K011_06 Brand PowerPoint Template - Widescreen - Purple" id="{E8AA22C1-9421-496F-A71F-108023ADEFC6}" vid="{5571269F-DD4A-443E-B417-76546DA89F93}"/>
    </a:ext>
  </a:extLst>
</a:theme>
</file>

<file path=ppt/theme/theme2.xml><?xml version="1.0" encoding="utf-8"?>
<a:theme xmlns:a="http://schemas.openxmlformats.org/drawingml/2006/main" name="British Council">
  <a:themeElements>
    <a:clrScheme name="British Council - Purple">
      <a:dk1>
        <a:srgbClr val="000000"/>
      </a:dk1>
      <a:lt1>
        <a:srgbClr val="FFFFFF"/>
      </a:lt1>
      <a:dk2>
        <a:srgbClr val="230859"/>
      </a:dk2>
      <a:lt2>
        <a:srgbClr val="C8C8C8"/>
      </a:lt2>
      <a:accent1>
        <a:srgbClr val="B25EFF"/>
      </a:accent1>
      <a:accent2>
        <a:srgbClr val="FF00C8"/>
      </a:accent2>
      <a:accent3>
        <a:srgbClr val="00DCFF"/>
      </a:accent3>
      <a:accent4>
        <a:srgbClr val="EA0034"/>
      </a:accent4>
      <a:accent5>
        <a:srgbClr val="FF8200"/>
      </a:accent5>
      <a:accent6>
        <a:srgbClr val="5DEB4B"/>
      </a:accent6>
      <a:hlink>
        <a:srgbClr val="B25EFF"/>
      </a:hlink>
      <a:folHlink>
        <a:srgbClr val="7F7F7F"/>
      </a:folHlink>
    </a:clrScheme>
    <a:fontScheme name="Headline &amp; Sans">
      <a:majorFont>
        <a:latin typeface="British Council Sans Headline"/>
        <a:ea typeface=""/>
        <a:cs typeface=""/>
      </a:majorFont>
      <a:minorFont>
        <a:latin typeface="British Council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lIns="90000"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K011_06 Brand PowerPoint Template - Widescreen - Purple" id="{E8AA22C1-9421-496F-A71F-108023ADEFC6}" vid="{1BB25599-563E-43F4-9E95-916E02BA3DB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7BD8715BAB08142B8A84CADA0DFD6CA" ma:contentTypeVersion="16" ma:contentTypeDescription="Create a new document." ma:contentTypeScope="" ma:versionID="39b44a0f69adf9a3c5f476590c090a6f">
  <xsd:schema xmlns:xsd="http://www.w3.org/2001/XMLSchema" xmlns:xs="http://www.w3.org/2001/XMLSchema" xmlns:p="http://schemas.microsoft.com/office/2006/metadata/properties" xmlns:ns2="5af5685c-3809-45e3-b796-bdfbdab971fa" xmlns:ns3="fd3ba6ed-b549-4897-ab3b-07cf3d071c9f" targetNamespace="http://schemas.microsoft.com/office/2006/metadata/properties" ma:root="true" ma:fieldsID="8f5e178ee12b2decdc2e9d22966f3865" ns2:_="" ns3:_="">
    <xsd:import namespace="5af5685c-3809-45e3-b796-bdfbdab971fa"/>
    <xsd:import namespace="fd3ba6ed-b549-4897-ab3b-07cf3d071c9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f5685c-3809-45e3-b796-bdfbdab971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hidden="true" ma:internalName="MediaServiceKeyPoints"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hidden="true" ma:internalName="MediaServiceAutoTags" ma:readOnly="true">
      <xsd:simpleType>
        <xsd:restriction base="dms:Text"/>
      </xsd:simpleType>
    </xsd:element>
    <xsd:element name="MediaServiceOCR" ma:index="14" nillable="true" ma:displayName="Extracted Text" ma:hidden="true" ma:internalName="MediaServiceOCR"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d8b47c1-f241-41f3-8d01-b95036d9ee9d"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fd3ba6ed-b549-4897-ab3b-07cf3d071c9f" elementFormDefault="qualified">
    <xsd:import namespace="http://schemas.microsoft.com/office/2006/documentManagement/types"/>
    <xsd:import namespace="http://schemas.microsoft.com/office/infopath/2007/PartnerControls"/>
    <xsd:element name="SharedWithUsers" ma:index="17"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hidden="true" ma:internalName="SharedWithDetails" ma:readOnly="true">
      <xsd:simpleType>
        <xsd:restriction base="dms:Note"/>
      </xsd:simpleType>
    </xsd:element>
    <xsd:element name="TaxCatchAll" ma:index="22" nillable="true" ma:displayName="Taxonomy Catch All Column" ma:hidden="true" ma:list="{434f3286-69c8-48dd-b670-76b7de3dd4ec}" ma:internalName="TaxCatchAll" ma:readOnly="false" ma:showField="CatchAllData" ma:web="fd3ba6ed-b549-4897-ab3b-07cf3d071c9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fd3ba6ed-b549-4897-ab3b-07cf3d071c9f" xsi:nil="true"/>
    <lcf76f155ced4ddcb4097134ff3c332f xmlns="5af5685c-3809-45e3-b796-bdfbdab971fa">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3AB0A6E-A6B7-4C2B-BAC7-182B12E47565}">
  <ds:schemaRefs>
    <ds:schemaRef ds:uri="5af5685c-3809-45e3-b796-bdfbdab971fa"/>
    <ds:schemaRef ds:uri="fd3ba6ed-b549-4897-ab3b-07cf3d071c9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E2FD2C3-07BC-431C-90B1-FF43EEA5F621}">
  <ds:schemaRefs>
    <ds:schemaRef ds:uri="468f934b-4aa2-43b4-8c95-198b5e984821"/>
    <ds:schemaRef ds:uri="5af5685c-3809-45e3-b796-bdfbdab971fa"/>
    <ds:schemaRef ds:uri="926b9821-baa8-4ab4-8e0b-809ad31fc2bd"/>
    <ds:schemaRef ds:uri="fd3ba6ed-b549-4897-ab3b-07cf3d071c9f"/>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3DEA081F-1A05-41FC-91ED-B1F0EDE8F43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Cover - indigo</Template>
  <TotalTime>244</TotalTime>
  <Words>3532</Words>
  <Application>Microsoft Office PowerPoint</Application>
  <PresentationFormat>Widescreen</PresentationFormat>
  <Paragraphs>321</Paragraphs>
  <Slides>13</Slides>
  <Notes>11</Notes>
  <HiddenSlides>2</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13</vt:i4>
      </vt:variant>
    </vt:vector>
  </HeadingPairs>
  <TitlesOfParts>
    <vt:vector size="28" baseType="lpstr">
      <vt:lpstr>BritishCouncilSans-LightItalic</vt:lpstr>
      <vt:lpstr>Wingdings,Sans-Serif</vt:lpstr>
      <vt:lpstr>BritishCouncilSans-Bold</vt:lpstr>
      <vt:lpstr>British Council Sans</vt:lpstr>
      <vt:lpstr>Arial</vt:lpstr>
      <vt:lpstr>MS PGothic</vt:lpstr>
      <vt:lpstr>British Council Sans Headline</vt:lpstr>
      <vt:lpstr>BritishCouncilSans-Regular</vt:lpstr>
      <vt:lpstr>Wingdings</vt:lpstr>
      <vt:lpstr>Segoe UI</vt:lpstr>
      <vt:lpstr>Calibri</vt:lpstr>
      <vt:lpstr>BritishCouncilSans-Light</vt:lpstr>
      <vt:lpstr>Arial,Sans-Serif</vt:lpstr>
      <vt:lpstr>Cover - indigo</vt:lpstr>
      <vt:lpstr>British Council</vt:lpstr>
      <vt:lpstr>Books that changed the world</vt:lpstr>
      <vt:lpstr>Lead-in</vt:lpstr>
      <vt:lpstr>Language focus: Change-related expressions</vt:lpstr>
      <vt:lpstr>Language focus: Unreal conditional forms</vt:lpstr>
      <vt:lpstr>Language focus: Unreal conditional forms</vt:lpstr>
      <vt:lpstr>Task</vt:lpstr>
      <vt:lpstr>Feedback</vt:lpstr>
      <vt:lpstr>Review</vt:lpstr>
      <vt:lpstr>Lesson materials </vt:lpstr>
      <vt:lpstr>What’s next?</vt:lpstr>
      <vt:lpstr>After-class speaking session</vt:lpstr>
      <vt:lpstr>What do you think?</vt:lpstr>
      <vt:lpstr>Teacher’s Notes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Isaac Allison</dc:creator>
  <cp:lastModifiedBy>Malcolm Hyndman</cp:lastModifiedBy>
  <cp:revision>7</cp:revision>
  <cp:lastPrinted>2019-09-18T09:30:23Z</cp:lastPrinted>
  <dcterms:created xsi:type="dcterms:W3CDTF">2020-09-10T13:57:19Z</dcterms:created>
  <dcterms:modified xsi:type="dcterms:W3CDTF">2025-05-02T16:28:54Z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0x010100E7BD8715BAB08142B8A84CADA0DFD6CA</vt:lpwstr>
  </property>
  <property fmtid="{D5CDD505-2E9C-101B-9397-08002B2CF9AE}" pid="3" name="MediaServiceImageTags">
    <vt:lpwstr/>
  </property>
</Properties>
</file>